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0" r:id="rId4"/>
    <p:sldMasterId id="2147483856" r:id="rId5"/>
    <p:sldMasterId id="2147483669" r:id="rId6"/>
    <p:sldMasterId id="2147483880" r:id="rId7"/>
  </p:sldMasterIdLst>
  <p:notesMasterIdLst>
    <p:notesMasterId r:id="rId13"/>
  </p:notesMasterIdLst>
  <p:sldIdLst>
    <p:sldId id="1202" r:id="rId8"/>
    <p:sldId id="1203" r:id="rId9"/>
    <p:sldId id="1201" r:id="rId10"/>
    <p:sldId id="1204" r:id="rId11"/>
    <p:sldId id="267" r:id="rId12"/>
  </p:sldIdLst>
  <p:sldSz cx="12207875" cy="6858000"/>
  <p:notesSz cx="7010400" cy="9296400"/>
  <p:defaultTextStyle>
    <a:defPPr>
      <a:defRPr lang="de-DE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0" userDrawn="1">
          <p15:clr>
            <a:srgbClr val="A4A3A4"/>
          </p15:clr>
        </p15:guide>
        <p15:guide id="2" pos="2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iver Egger" initials="O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D9D9D9"/>
    <a:srgbClr val="D4E3DD"/>
    <a:srgbClr val="C9EEFF"/>
    <a:srgbClr val="009FE3"/>
    <a:srgbClr val="D3D0F0"/>
    <a:srgbClr val="31287E"/>
    <a:srgbClr val="9FE1FF"/>
    <a:srgbClr val="FFFFFF"/>
    <a:srgbClr val="7CB8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11" autoAdjust="0"/>
    <p:restoredTop sz="95867" autoAdjust="0"/>
  </p:normalViewPr>
  <p:slideViewPr>
    <p:cSldViewPr snapToGrid="0" snapToObjects="1">
      <p:cViewPr varScale="1">
        <p:scale>
          <a:sx n="102" d="100"/>
          <a:sy n="102" d="100"/>
        </p:scale>
        <p:origin x="74" y="50"/>
      </p:cViewPr>
      <p:guideLst>
        <p:guide orient="horz" pos="640"/>
        <p:guide pos="2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5" d="100"/>
        <a:sy n="155" d="100"/>
      </p:scale>
      <p:origin x="0" y="0"/>
    </p:cViewPr>
  </p:sorterViewPr>
  <p:notesViewPr>
    <p:cSldViewPr snapToGrid="0" snapToObjects="1">
      <p:cViewPr varScale="1">
        <p:scale>
          <a:sx n="60" d="100"/>
          <a:sy n="60" d="100"/>
        </p:scale>
        <p:origin x="2512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8604" cy="4648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970159" y="1"/>
            <a:ext cx="3038604" cy="4648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231E88E2-1E29-469C-B6A0-762B49A9F0A0}" type="datetimeFigureOut">
              <a:rPr lang="de-CH"/>
              <a:pPr>
                <a:defRPr/>
              </a:pPr>
              <a:t>22.04.2021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01638" y="696913"/>
            <a:ext cx="6207125" cy="34877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CH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0713" y="4415753"/>
            <a:ext cx="5608975" cy="41840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830011"/>
            <a:ext cx="3038604" cy="4648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970159" y="8830011"/>
            <a:ext cx="3038604" cy="4648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EE3A4D74-8AB3-4782-8193-8B0B8D7F57EA}" type="slidenum">
              <a:rPr lang="de-CH"/>
              <a:pPr>
                <a:defRPr/>
              </a:pPr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0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Usecase</a:t>
            </a:r>
            <a:r>
              <a:rPr lang="en-US" dirty="0"/>
              <a:t>-simple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EA95F-46FE-D741-9DBA-E5C52A8FA4A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63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Usecase</a:t>
            </a:r>
            <a:r>
              <a:rPr lang="en-US" dirty="0"/>
              <a:t>-simple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EA95F-46FE-D741-9DBA-E5C52A8FA4A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04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Usecase</a:t>
            </a:r>
            <a:r>
              <a:rPr lang="en-US" dirty="0"/>
              <a:t>-simple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EA95F-46FE-D741-9DBA-E5C52A8FA4A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556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Usecase</a:t>
            </a:r>
            <a:r>
              <a:rPr lang="en-US" dirty="0"/>
              <a:t>-simple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EA95F-46FE-D741-9DBA-E5C52A8FA4A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863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0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207875" cy="6858000"/>
          </a:xfrm>
        </p:spPr>
        <p:txBody>
          <a:bodyPr/>
          <a:lstStyle/>
          <a:p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767762" y="5703521"/>
            <a:ext cx="9155906" cy="389304"/>
          </a:xfrm>
        </p:spPr>
        <p:txBody>
          <a:bodyPr anchor="t" anchorCtr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dirty="0"/>
              <a:t>Master-Untertitelformat bearbeiten</a:t>
            </a:r>
            <a:endParaRPr lang="de-DE" dirty="0"/>
          </a:p>
        </p:txBody>
      </p:sp>
      <p:sp>
        <p:nvSpPr>
          <p:cNvPr id="17" name="Titel 16"/>
          <p:cNvSpPr>
            <a:spLocks noGrp="1"/>
          </p:cNvSpPr>
          <p:nvPr>
            <p:ph type="title"/>
          </p:nvPr>
        </p:nvSpPr>
        <p:spPr>
          <a:xfrm>
            <a:off x="767761" y="4295409"/>
            <a:ext cx="10930676" cy="1285875"/>
          </a:xfrm>
        </p:spPr>
        <p:txBody>
          <a:bodyPr lIns="0" tIns="0" rIns="0" bIns="0"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2" name="Fußzeilenplatzhalt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Ahdis gmbh, zürich, switzerland, </a:t>
            </a:r>
            <a:r>
              <a:rPr lang="de-CH"/>
              <a:t>27/11/2015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3608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67761" y="1836001"/>
            <a:ext cx="10930676" cy="705319"/>
          </a:xfrm>
        </p:spPr>
        <p:txBody>
          <a:bodyPr lIns="0" tIns="0" rIns="0" bIns="0" anchor="t" anchorCtr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e-CH" dirty="0" err="1"/>
              <a:t>kapiteltitel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67761" y="404814"/>
            <a:ext cx="10930676" cy="331457"/>
          </a:xfrm>
        </p:spPr>
        <p:txBody>
          <a:bodyPr lIns="0" tIns="0" rIns="0" bIns="0"/>
          <a:lstStyle>
            <a:lvl1pPr marL="0" indent="0">
              <a:buNone/>
              <a:defRPr sz="1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 err="1"/>
              <a:t>kapitelname</a:t>
            </a:r>
            <a:endParaRPr lang="de-DE" dirty="0"/>
          </a:p>
        </p:txBody>
      </p:sp>
      <p:sp>
        <p:nvSpPr>
          <p:cNvPr id="14" name="Textplatzhalter 6"/>
          <p:cNvSpPr>
            <a:spLocks noGrp="1"/>
          </p:cNvSpPr>
          <p:nvPr>
            <p:ph type="body" sz="quarter" idx="11" hasCustomPrompt="1"/>
          </p:nvPr>
        </p:nvSpPr>
        <p:spPr>
          <a:xfrm>
            <a:off x="767761" y="2541319"/>
            <a:ext cx="10930676" cy="236319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CH" dirty="0" err="1"/>
              <a:t>kapiteluntertitel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1456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767763" y="1836000"/>
            <a:ext cx="3316311" cy="412430"/>
          </a:xfrm>
        </p:spPr>
        <p:txBody>
          <a:bodyPr lIns="0" tIns="0" rIns="0" bIns="0" anchor="t" anchorCtr="0">
            <a:normAutofit/>
          </a:bodyPr>
          <a:lstStyle>
            <a:lvl1pPr>
              <a:defRPr sz="2400" b="0" i="0" baseline="0">
                <a:solidFill>
                  <a:schemeClr val="tx2"/>
                </a:solidFill>
              </a:defRPr>
            </a:lvl1pPr>
          </a:lstStyle>
          <a:p>
            <a:r>
              <a:rPr lang="de-CH" dirty="0"/>
              <a:t>Titel</a:t>
            </a:r>
            <a:endParaRPr lang="de-DE" dirty="0"/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4464599" y="1836000"/>
            <a:ext cx="7226667" cy="4339950"/>
          </a:xfrm>
        </p:spPr>
        <p:txBody>
          <a:bodyPr lIns="0" tIns="0" rIns="0" bIns="0">
            <a:normAutofit/>
          </a:bodyPr>
          <a:lstStyle>
            <a:lvl1pPr>
              <a:defRPr sz="2800" baseline="0"/>
            </a:lvl1pPr>
            <a:lvl2pPr>
              <a:defRPr sz="2800" baseline="0"/>
            </a:lvl2pPr>
            <a:lvl3pPr>
              <a:defRPr sz="2800" baseline="0"/>
            </a:lvl3pPr>
            <a:lvl4pPr>
              <a:defRPr sz="2800" baseline="0"/>
            </a:lvl4pPr>
            <a:lvl5pPr>
              <a:defRPr sz="2800" baseline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CH" dirty="0"/>
              <a:t>Mastertextformat bearbeiten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  <a:endParaRPr lang="de-DE" dirty="0"/>
          </a:p>
        </p:txBody>
      </p:sp>
      <p:sp>
        <p:nvSpPr>
          <p:cNvPr id="9" name="Textplatzhalter 3"/>
          <p:cNvSpPr>
            <a:spLocks noGrp="1"/>
          </p:cNvSpPr>
          <p:nvPr>
            <p:ph type="body" sz="half" idx="2"/>
          </p:nvPr>
        </p:nvSpPr>
        <p:spPr>
          <a:xfrm>
            <a:off x="767761" y="2248430"/>
            <a:ext cx="3316311" cy="3844394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CH" dirty="0"/>
              <a:t>Mastertextformat bearbeiten</a:t>
            </a:r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1" hasCustomPrompt="1"/>
          </p:nvPr>
        </p:nvSpPr>
        <p:spPr>
          <a:xfrm>
            <a:off x="767761" y="404814"/>
            <a:ext cx="10930676" cy="331457"/>
          </a:xfrm>
        </p:spPr>
        <p:txBody>
          <a:bodyPr lIns="0" tIns="0" rIns="0" bIns="0"/>
          <a:lstStyle>
            <a:lvl1pPr marL="0" indent="0">
              <a:buNone/>
              <a:defRPr sz="1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 err="1"/>
              <a:t>kapitelname</a:t>
            </a:r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Ahdis gmbh, zürich, switzerland, </a:t>
            </a:r>
            <a:r>
              <a:rPr lang="de-CH"/>
              <a:t>27/11/2015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7121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767763" y="1836000"/>
            <a:ext cx="3316311" cy="412430"/>
          </a:xfrm>
        </p:spPr>
        <p:txBody>
          <a:bodyPr lIns="0" tIns="0" rIns="0" bIns="0" anchor="t" anchorCtr="0">
            <a:normAutofit/>
          </a:bodyPr>
          <a:lstStyle>
            <a:lvl1pPr>
              <a:defRPr sz="2400" b="0" i="0" baseline="0">
                <a:solidFill>
                  <a:schemeClr val="tx2"/>
                </a:solidFill>
              </a:defRPr>
            </a:lvl1pPr>
          </a:lstStyle>
          <a:p>
            <a:r>
              <a:rPr lang="de-CH" dirty="0"/>
              <a:t>Titel</a:t>
            </a:r>
            <a:endParaRPr lang="de-DE" dirty="0"/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4464600" y="1836001"/>
            <a:ext cx="3316311" cy="4256825"/>
          </a:xfrm>
        </p:spPr>
        <p:txBody>
          <a:bodyPr lIns="0" tIns="0" rIns="0" bIns="0"/>
          <a:lstStyle>
            <a:lvl1pPr>
              <a:defRPr sz="2800" baseline="0"/>
            </a:lvl1pPr>
            <a:lvl2pPr>
              <a:defRPr sz="2800"/>
            </a:lvl2pPr>
            <a:lvl3pPr>
              <a:defRPr sz="2400"/>
            </a:lvl3pPr>
            <a:lvl4pPr>
              <a:defRPr sz="2400" baseline="0"/>
            </a:lvl4pPr>
            <a:lvl5pPr>
              <a:defRPr sz="2400" baseline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CH" dirty="0"/>
              <a:t>Mastertextformat bearbeiten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  <a:endParaRPr lang="de-DE" dirty="0"/>
          </a:p>
        </p:txBody>
      </p:sp>
      <p:sp>
        <p:nvSpPr>
          <p:cNvPr id="9" name="Textplatzhalter 3"/>
          <p:cNvSpPr>
            <a:spLocks noGrp="1"/>
          </p:cNvSpPr>
          <p:nvPr>
            <p:ph type="body" sz="half" idx="2"/>
          </p:nvPr>
        </p:nvSpPr>
        <p:spPr>
          <a:xfrm>
            <a:off x="767761" y="2248430"/>
            <a:ext cx="3316311" cy="3844394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CH" dirty="0"/>
              <a:t>Mastertextformat bearbeiten</a:t>
            </a:r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1" hasCustomPrompt="1"/>
          </p:nvPr>
        </p:nvSpPr>
        <p:spPr>
          <a:xfrm>
            <a:off x="767761" y="404814"/>
            <a:ext cx="10930676" cy="331457"/>
          </a:xfrm>
        </p:spPr>
        <p:txBody>
          <a:bodyPr lIns="0" tIns="0" rIns="0" bIns="0"/>
          <a:lstStyle>
            <a:lvl1pPr marL="0" indent="0">
              <a:buNone/>
              <a:defRPr sz="1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 err="1"/>
              <a:t>kapitelname</a:t>
            </a:r>
            <a:endParaRPr lang="de-DE" dirty="0"/>
          </a:p>
        </p:txBody>
      </p:sp>
      <p:sp>
        <p:nvSpPr>
          <p:cNvPr id="10" name="Inhaltsplatzhalter 2"/>
          <p:cNvSpPr>
            <a:spLocks noGrp="1"/>
          </p:cNvSpPr>
          <p:nvPr>
            <p:ph idx="12"/>
          </p:nvPr>
        </p:nvSpPr>
        <p:spPr>
          <a:xfrm>
            <a:off x="8161438" y="1836001"/>
            <a:ext cx="3316311" cy="4256825"/>
          </a:xfrm>
        </p:spPr>
        <p:txBody>
          <a:bodyPr lIns="0" tIns="0" rIns="0" bIns="0"/>
          <a:lstStyle>
            <a:lvl1pPr>
              <a:defRPr sz="2800" baseline="0"/>
            </a:lvl1pPr>
            <a:lvl2pPr>
              <a:defRPr sz="2800"/>
            </a:lvl2pPr>
            <a:lvl3pPr>
              <a:defRPr sz="2400"/>
            </a:lvl3pPr>
            <a:lvl4pPr>
              <a:defRPr sz="2400" baseline="0"/>
            </a:lvl4pPr>
            <a:lvl5pPr>
              <a:defRPr sz="2400" baseline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CH" dirty="0"/>
              <a:t>Mastertextformat bearbeiten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Ahdis gmbh, zürich, switzerland, </a:t>
            </a:r>
            <a:r>
              <a:rPr lang="de-CH"/>
              <a:t>27/11/2015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46517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6"/>
          <p:cNvSpPr>
            <a:spLocks noGrp="1"/>
          </p:cNvSpPr>
          <p:nvPr>
            <p:ph type="body" sz="quarter" idx="11" hasCustomPrompt="1"/>
          </p:nvPr>
        </p:nvSpPr>
        <p:spPr>
          <a:xfrm>
            <a:off x="767761" y="404814"/>
            <a:ext cx="10930676" cy="331457"/>
          </a:xfrm>
        </p:spPr>
        <p:txBody>
          <a:bodyPr lIns="0" tIns="0" rIns="0" bIns="0"/>
          <a:lstStyle>
            <a:lvl1pPr marL="0" indent="0">
              <a:buNone/>
              <a:defRPr sz="1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 err="1"/>
              <a:t>kapitelname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Ahdis gmbh, zürich, switzerland, </a:t>
            </a:r>
            <a:r>
              <a:rPr lang="de-CH"/>
              <a:t>27/11/2015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1098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9291" y="6356353"/>
            <a:ext cx="2746772" cy="365125"/>
          </a:xfrm>
          <a:prstGeom prst="rect">
            <a:avLst/>
          </a:prstGeom>
        </p:spPr>
        <p:txBody>
          <a:bodyPr/>
          <a:lstStyle/>
          <a:p>
            <a:fld id="{A89BCF51-593E-EB4F-A930-8D102F58E522}" type="datetime1">
              <a:rPr lang="en-US" smtClean="0"/>
              <a:t>4/22/2021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https://sourceforge.net/p/ehealthconnector/wiki/Master%20Patient%20Index%20Client/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21812" y="6356353"/>
            <a:ext cx="2746772" cy="365125"/>
          </a:xfrm>
          <a:prstGeom prst="rect">
            <a:avLst/>
          </a:prstGeom>
        </p:spPr>
        <p:txBody>
          <a:bodyPr/>
          <a:lstStyle/>
          <a:p>
            <a:fld id="{65CDC70E-0513-1E4E-82F7-C4AC50CD6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18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 bwMode="auto">
          <a:xfrm>
            <a:off x="10515834" y="5565993"/>
            <a:ext cx="1345899" cy="9361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338" y="4406902"/>
            <a:ext cx="10376694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4338" y="2906713"/>
            <a:ext cx="10376694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13" descr="HL7 International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1933" y="304800"/>
            <a:ext cx="14814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835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772DE4-7B37-4BBF-9A7D-6A9C4C776CAE}"/>
              </a:ext>
            </a:extLst>
          </p:cNvPr>
          <p:cNvSpPr/>
          <p:nvPr/>
        </p:nvSpPr>
        <p:spPr>
          <a:xfrm>
            <a:off x="0" y="967317"/>
            <a:ext cx="12207875" cy="3124200"/>
          </a:xfrm>
          <a:prstGeom prst="rect">
            <a:avLst/>
          </a:prstGeom>
          <a:solidFill>
            <a:srgbClr val="BAB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2A8297D7-F64D-40E5-9A05-32B16C0C7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FCBA1A-7FAD-4191-9B4F-C104C0F01C31}"/>
              </a:ext>
            </a:extLst>
          </p:cNvPr>
          <p:cNvCxnSpPr/>
          <p:nvPr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36367C-A9EE-4A42-8187-82709238888C}"/>
              </a:ext>
            </a:extLst>
          </p:cNvPr>
          <p:cNvCxnSpPr/>
          <p:nvPr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6E5EE3-C0A6-45E3-B498-80B24E58FEBC}"/>
              </a:ext>
            </a:extLst>
          </p:cNvPr>
          <p:cNvCxnSpPr/>
          <p:nvPr/>
        </p:nvCxnSpPr>
        <p:spPr>
          <a:xfrm>
            <a:off x="610394" y="1454151"/>
            <a:ext cx="0" cy="2150533"/>
          </a:xfrm>
          <a:prstGeom prst="line">
            <a:avLst/>
          </a:prstGeom>
          <a:ln w="635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338" y="1173980"/>
            <a:ext cx="10762457" cy="2710827"/>
          </a:xfrm>
        </p:spPr>
        <p:txBody>
          <a:bodyPr>
            <a:no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cap="all" spc="16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170F17B-552A-4993-A6F0-1A6FE33587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 dirty="0"/>
              <a:t>© 2018 Health Level Seven ® International. All Rights Reserved. Published under the Creative Commons 3.0 Attribution </a:t>
            </a:r>
            <a:r>
              <a:rPr lang="en-CA" b="1" dirty="0" err="1"/>
              <a:t>Unported</a:t>
            </a:r>
            <a:r>
              <a:rPr lang="en-CA" b="1" dirty="0"/>
              <a:t> license</a:t>
            </a:r>
            <a:endParaRPr lang="en-US" b="1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B0BA930-B0EF-47CE-BD25-2934A0B21E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FFAF6C-E531-4263-8B2F-5108DADF2807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BCCE22E-B8DD-4202-B231-D694FC6E58E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0418CBC-F9C2-4E25-B898-AC26A9D6E395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EDE521-8A7A-4F74-9337-2AAF56570CD1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3092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sfolie_1-zeilig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c.hert\Desktop\Logo_LEP_rgb_18x18mm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4162" y="358776"/>
            <a:ext cx="862606" cy="646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platzhalter 6"/>
          <p:cNvSpPr txBox="1">
            <a:spLocks/>
          </p:cNvSpPr>
          <p:nvPr userDrawn="1"/>
        </p:nvSpPr>
        <p:spPr>
          <a:xfrm>
            <a:off x="483960" y="6598843"/>
            <a:ext cx="11242807" cy="130621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4988" indent="-268288" algn="l" defTabSz="1043056" rtl="0" eaLnBrk="1" latinLnBrk="0" hangingPunct="1">
              <a:lnSpc>
                <a:spcPts val="2200"/>
              </a:lnSpc>
              <a:spcBef>
                <a:spcPct val="20000"/>
              </a:spcBef>
              <a:buClr>
                <a:srgbClr val="8B8B8B"/>
              </a:buClr>
              <a:buFont typeface="Wingdings" pitchFamily="2" charset="2"/>
              <a:buChar char=""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266700" algn="l" defTabSz="1043056" rtl="0" eaLnBrk="1" latinLnBrk="0" hangingPunct="1">
              <a:lnSpc>
                <a:spcPts val="2200"/>
              </a:lnSpc>
              <a:spcBef>
                <a:spcPct val="20000"/>
              </a:spcBef>
              <a:buClr>
                <a:schemeClr val="bg1">
                  <a:lumMod val="75000"/>
                </a:schemeClr>
              </a:buClr>
              <a:buFont typeface="Wingdings" pitchFamily="2" charset="2"/>
              <a:buChar char=""/>
              <a:defRPr lang="de-DE" sz="15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2675" indent="-280988" algn="l" defTabSz="1043056" rtl="0" eaLnBrk="1" latinLnBrk="0" hangingPunct="1">
              <a:lnSpc>
                <a:spcPts val="2200"/>
              </a:lnSpc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Wingdings" pitchFamily="2" charset="2"/>
              <a:buChar char=""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963" indent="-268288" algn="l" defTabSz="1043056" rtl="0" eaLnBrk="1" latinLnBrk="0" hangingPunct="1">
              <a:lnSpc>
                <a:spcPts val="2200"/>
              </a:lnSpc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Wingdings" pitchFamily="2" charset="2"/>
              <a:buChar char=""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8404" indent="-260764" algn="l" defTabSz="104305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932" indent="-260764" algn="l" defTabSz="104305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1460" indent="-260764" algn="l" defTabSz="104305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988" indent="-260764" algn="l" defTabSz="104305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2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7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©</a:t>
            </a:r>
            <a:r>
              <a:rPr lang="de-CH" sz="7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fld id="{472DBEA2-7265-49BF-BC2E-8425D38D6D23}" type="datetime1">
              <a:rPr lang="de-CH" sz="700" b="0" i="0" u="none" strike="noStrike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 marL="0" marR="0" indent="0" algn="l" defTabSz="9142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22.04.2021</a:t>
            </a:fld>
            <a:r>
              <a:rPr lang="de-CH" sz="7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LEP AG, Blarerstrasse 7, CH-9000 St. Gallen </a:t>
            </a:r>
            <a:r>
              <a:rPr lang="de-DE" sz="700" dirty="0">
                <a:solidFill>
                  <a:schemeClr val="tx1"/>
                </a:solidFill>
                <a:latin typeface="+mn-lt"/>
              </a:rPr>
              <a:t>/ Seite </a:t>
            </a:r>
            <a:fld id="{06E53DDD-E3E3-564C-9207-9126781B50C5}" type="slidenum">
              <a:rPr lang="de-CH" sz="700" smtClean="0">
                <a:solidFill>
                  <a:schemeClr val="tx1"/>
                </a:solidFill>
                <a:latin typeface="+mn-lt"/>
              </a:rPr>
              <a:pPr marL="0" marR="0" indent="0" algn="l" defTabSz="9142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de-CH" sz="700" dirty="0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477741" y="6501793"/>
            <a:ext cx="112490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el 2"/>
          <p:cNvSpPr>
            <a:spLocks noGrp="1"/>
          </p:cNvSpPr>
          <p:nvPr>
            <p:ph type="title" hasCustomPrompt="1"/>
          </p:nvPr>
        </p:nvSpPr>
        <p:spPr>
          <a:xfrm>
            <a:off x="483229" y="685870"/>
            <a:ext cx="10269343" cy="482305"/>
          </a:xfrm>
          <a:prstGeom prst="rect">
            <a:avLst/>
          </a:prstGeom>
        </p:spPr>
        <p:txBody>
          <a:bodyPr vert="horz" lIns="0" tIns="0" rIns="0" bIns="0"/>
          <a:lstStyle>
            <a:lvl1pPr>
              <a:defRPr sz="2600" baseline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de-CH" dirty="0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5405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6693" y="1828800"/>
            <a:ext cx="11190552" cy="3810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305197" y="304800"/>
            <a:ext cx="0" cy="1219200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itle 12">
            <a:extLst>
              <a:ext uri="{FF2B5EF4-FFF2-40B4-BE49-F238E27FC236}">
                <a16:creationId xmlns:a16="http://schemas.microsoft.com/office/drawing/2014/main" id="{46D4CA61-9C5C-D14C-823C-8AF19EFF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1F38CD58-3862-8E4D-A1B5-814AABC65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708CFB1-BBD0-794A-8886-7980C5ED7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kern="0"/>
              <a:t>® Health Level Seven and HL7 are registered trademarks of Health Level Seven International, registered with the United States Patent and Trademark Office.</a:t>
            </a:r>
            <a:endParaRPr lang="en-US" kern="0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BE07058-88F0-DD43-8B26-97F8D1D1E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FDF0E-2772-4D89-9F72-F3CB15D8B8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910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662" y="1828800"/>
            <a:ext cx="11190552" cy="4624536"/>
          </a:xfrm>
        </p:spPr>
        <p:txBody>
          <a:bodyPr/>
          <a:lstStyle>
            <a:lvl1pPr marL="0" indent="0">
              <a:buNone/>
              <a:defRPr sz="1400">
                <a:latin typeface="Consolas" pitchFamily="49" charset="0"/>
                <a:cs typeface="Consolas" pitchFamily="49" charset="0"/>
              </a:defRPr>
            </a:lvl1pPr>
            <a:lvl2pPr marL="457200" indent="0">
              <a:buNone/>
              <a:defRPr sz="1400">
                <a:latin typeface="Consolas" pitchFamily="49" charset="0"/>
                <a:cs typeface="Consolas" pitchFamily="49" charset="0"/>
              </a:defRPr>
            </a:lvl2pPr>
            <a:lvl3pPr marL="914400" indent="0">
              <a:buNone/>
              <a:defRPr sz="1400">
                <a:latin typeface="Consolas" pitchFamily="49" charset="0"/>
                <a:cs typeface="Consolas" pitchFamily="49" charset="0"/>
              </a:defRPr>
            </a:lvl3pPr>
            <a:lvl4pPr marL="1371600" indent="0">
              <a:buNone/>
              <a:defRPr sz="1400">
                <a:latin typeface="Consolas" pitchFamily="49" charset="0"/>
                <a:cs typeface="Consolas" pitchFamily="49" charset="0"/>
              </a:defRPr>
            </a:lvl4pPr>
            <a:lvl5pPr marL="1828800" indent="0">
              <a:buNone/>
              <a:defRPr sz="1400">
                <a:latin typeface="Consolas" pitchFamily="49" charset="0"/>
                <a:cs typeface="Consolas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661" y="6304236"/>
            <a:ext cx="961357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70569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 userDrawn="1"/>
        </p:nvSpPr>
        <p:spPr bwMode="auto">
          <a:xfrm>
            <a:off x="10516576" y="5565776"/>
            <a:ext cx="1345834" cy="9366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CA" altLang="de-DE" sz="2400"/>
          </a:p>
        </p:txBody>
      </p:sp>
      <p:pic>
        <p:nvPicPr>
          <p:cNvPr id="5" name="Picture 13" descr="HL7 International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2363" y="304800"/>
            <a:ext cx="148147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338" y="4406901"/>
            <a:ext cx="10376694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4338" y="2906713"/>
            <a:ext cx="10376694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6102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203465" y="152400"/>
            <a:ext cx="11800946" cy="6477000"/>
            <a:chOff x="240" y="288"/>
            <a:chExt cx="5290" cy="350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blackWhite">
            <a:xfrm>
              <a:off x="240" y="288"/>
              <a:ext cx="5290" cy="3504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de-DE" altLang="de-DE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285" y="336"/>
              <a:ext cx="5184" cy="3408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de-DE" altLang="de-DE" sz="2400">
                <a:latin typeface="Times New Roman" panose="02020603050405020304" pitchFamily="18" charset="0"/>
              </a:endParaRPr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576" y="2256"/>
              <a:ext cx="460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CH" sz="2400"/>
            </a:p>
          </p:txBody>
        </p:sp>
      </p:grp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0" y="6629400"/>
            <a:ext cx="122078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sz="800" b="1"/>
              <a:t>       © 2015 HL7 ® International. Licensed under Creative Commons. HL7 &amp; Health Level Seven are registered trademarks of Health Level Seven International. Reg. U.S. TM Office.</a:t>
            </a:r>
          </a:p>
        </p:txBody>
      </p:sp>
      <p:pic>
        <p:nvPicPr>
          <p:cNvPr id="9" name="Picture 13" descr="HL7 International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2363" y="304800"/>
            <a:ext cx="148147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55907" y="260350"/>
            <a:ext cx="2717100" cy="125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 descr="Creative Commons Licence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7855" y="6192839"/>
            <a:ext cx="111905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627717" y="838200"/>
            <a:ext cx="9054174" cy="2559050"/>
          </a:xfrm>
        </p:spPr>
        <p:txBody>
          <a:bodyPr anchorCtr="1"/>
          <a:lstStyle>
            <a:lvl1pPr algn="ctr">
              <a:defRPr sz="56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3799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831181" y="3962400"/>
            <a:ext cx="8545513" cy="187325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20612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207875" cy="6858000"/>
          </a:xfrm>
        </p:spPr>
        <p:txBody>
          <a:bodyPr/>
          <a:lstStyle/>
          <a:p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767762" y="5703521"/>
            <a:ext cx="9155906" cy="389304"/>
          </a:xfrm>
        </p:spPr>
        <p:txBody>
          <a:bodyPr anchor="t" anchorCtr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dirty="0"/>
              <a:t>Master-Untertitelformat bearbeiten</a:t>
            </a:r>
            <a:endParaRPr lang="de-DE" dirty="0"/>
          </a:p>
        </p:txBody>
      </p:sp>
      <p:sp>
        <p:nvSpPr>
          <p:cNvPr id="17" name="Titel 16"/>
          <p:cNvSpPr>
            <a:spLocks noGrp="1"/>
          </p:cNvSpPr>
          <p:nvPr>
            <p:ph type="title"/>
          </p:nvPr>
        </p:nvSpPr>
        <p:spPr>
          <a:xfrm>
            <a:off x="767761" y="4295409"/>
            <a:ext cx="10930676" cy="1285875"/>
          </a:xfrm>
        </p:spPr>
        <p:txBody>
          <a:bodyPr lIns="0" tIns="0" rIns="0" bIns="0"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2" name="Fußzeilenplatzhalt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Ahdis gmbh, zürich, switzerland, </a:t>
            </a:r>
            <a:r>
              <a:rPr lang="de-CH"/>
              <a:t>27/11/2015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69984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1809747"/>
            <a:ext cx="10986130" cy="4131707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 dirty="0"/>
              <a:t>© 2018 Health Level Seven ® International. All Rights Reserved. Published under the Creative Commons 3.0 Attribution </a:t>
            </a:r>
            <a:r>
              <a:rPr lang="en-CA" b="1" dirty="0" err="1"/>
              <a:t>Unported</a:t>
            </a:r>
            <a:r>
              <a:rPr lang="en-CA" b="1" dirty="0"/>
              <a:t> license</a:t>
            </a:r>
            <a:endParaRPr lang="en-US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04966-E497-4B50-BE75-B3F1857705DF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B4C12C-0A10-43BB-920A-D35F65D1F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9DC9E0-0C20-45E5-9B0A-A7AAECFAB488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15C1D1-8DC0-4A71-9C55-4984F8DD6C10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8A9BA7-3DAF-4150-BB81-5B006AEB4EBE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0C38AF9-18A1-4909-95A2-5A57E57C6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10698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1809747"/>
            <a:ext cx="10986130" cy="4131707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Unported license</a:t>
            </a:r>
            <a:endParaRPr lang="en-US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04966-E497-4B50-BE75-B3F1857705DF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B4C12C-0A10-43BB-920A-D35F65D1F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9DC9E0-0C20-45E5-9B0A-A7AAECFAB488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15C1D1-8DC0-4A71-9C55-4984F8DD6C10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8A9BA7-3DAF-4150-BB81-5B006AEB4EBE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0C38AF9-18A1-4909-95A2-5A57E57C6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89524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1809747"/>
            <a:ext cx="10986130" cy="4131707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Unported license</a:t>
            </a:r>
            <a:endParaRPr lang="en-US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04966-E497-4B50-BE75-B3F1857705DF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B4C12C-0A10-43BB-920A-D35F65D1F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9DC9E0-0C20-45E5-9B0A-A7AAECFAB488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15C1D1-8DC0-4A71-9C55-4984F8DD6C10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8A9BA7-3DAF-4150-BB81-5B006AEB4EBE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0C38AF9-18A1-4909-95A2-5A57E57C6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946720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1809747"/>
            <a:ext cx="10986130" cy="4131707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Unported license</a:t>
            </a:r>
            <a:endParaRPr lang="en-US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04966-E497-4B50-BE75-B3F1857705DF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B4C12C-0A10-43BB-920A-D35F65D1F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9DC9E0-0C20-45E5-9B0A-A7AAECFAB488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15C1D1-8DC0-4A71-9C55-4984F8DD6C10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8A9BA7-3DAF-4150-BB81-5B006AEB4EBE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0C38AF9-18A1-4909-95A2-5A57E57C6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371736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1809747"/>
            <a:ext cx="10986130" cy="4131707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Unported license</a:t>
            </a:r>
            <a:endParaRPr lang="en-US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04966-E497-4B50-BE75-B3F1857705DF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B4C12C-0A10-43BB-920A-D35F65D1F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9DC9E0-0C20-45E5-9B0A-A7AAECFAB488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15C1D1-8DC0-4A71-9C55-4984F8DD6C10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8A9BA7-3DAF-4150-BB81-5B006AEB4EBE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0C38AF9-18A1-4909-95A2-5A57E57C6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68002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1809747"/>
            <a:ext cx="10986130" cy="4131707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Unported license</a:t>
            </a:r>
            <a:endParaRPr lang="en-US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04966-E497-4B50-BE75-B3F1857705DF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B4C12C-0A10-43BB-920A-D35F65D1F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9DC9E0-0C20-45E5-9B0A-A7AAECFAB488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15C1D1-8DC0-4A71-9C55-4984F8DD6C10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8A9BA7-3DAF-4150-BB81-5B006AEB4EBE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0C38AF9-18A1-4909-95A2-5A57E57C6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945146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1809747"/>
            <a:ext cx="10986130" cy="4131707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Unported license</a:t>
            </a:r>
            <a:endParaRPr lang="en-US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04966-E497-4B50-BE75-B3F1857705DF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B4C12C-0A10-43BB-920A-D35F65D1F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9DC9E0-0C20-45E5-9B0A-A7AAECFAB488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15C1D1-8DC0-4A71-9C55-4984F8DD6C10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8A9BA7-3DAF-4150-BB81-5B006AEB4EBE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0C38AF9-18A1-4909-95A2-5A57E57C6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021902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1809747"/>
            <a:ext cx="10986130" cy="4131707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Unported license</a:t>
            </a:r>
            <a:endParaRPr lang="en-US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04966-E497-4B50-BE75-B3F1857705DF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B4C12C-0A10-43BB-920A-D35F65D1F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9DC9E0-0C20-45E5-9B0A-A7AAECFAB488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15C1D1-8DC0-4A71-9C55-4984F8DD6C10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8A9BA7-3DAF-4150-BB81-5B006AEB4EBE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0C38AF9-18A1-4909-95A2-5A57E57C6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742994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772DE4-7B37-4BBF-9A7D-6A9C4C776CAE}"/>
              </a:ext>
            </a:extLst>
          </p:cNvPr>
          <p:cNvSpPr/>
          <p:nvPr/>
        </p:nvSpPr>
        <p:spPr>
          <a:xfrm>
            <a:off x="0" y="967317"/>
            <a:ext cx="12207875" cy="3124200"/>
          </a:xfrm>
          <a:prstGeom prst="rect">
            <a:avLst/>
          </a:prstGeom>
          <a:solidFill>
            <a:srgbClr val="BAB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2A8297D7-F64D-40E5-9A05-32B16C0C7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FCBA1A-7FAD-4191-9B4F-C104C0F01C31}"/>
              </a:ext>
            </a:extLst>
          </p:cNvPr>
          <p:cNvCxnSpPr/>
          <p:nvPr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36367C-A9EE-4A42-8187-82709238888C}"/>
              </a:ext>
            </a:extLst>
          </p:cNvPr>
          <p:cNvCxnSpPr/>
          <p:nvPr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6E5EE3-C0A6-45E3-B498-80B24E58FEBC}"/>
              </a:ext>
            </a:extLst>
          </p:cNvPr>
          <p:cNvCxnSpPr/>
          <p:nvPr/>
        </p:nvCxnSpPr>
        <p:spPr>
          <a:xfrm>
            <a:off x="610394" y="1454151"/>
            <a:ext cx="0" cy="2150533"/>
          </a:xfrm>
          <a:prstGeom prst="line">
            <a:avLst/>
          </a:prstGeom>
          <a:ln w="635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338" y="1173980"/>
            <a:ext cx="10762457" cy="2710827"/>
          </a:xfrm>
        </p:spPr>
        <p:txBody>
          <a:bodyPr>
            <a:no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cap="all" spc="16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170F17B-552A-4993-A6F0-1A6FE33587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Unported license</a:t>
            </a:r>
            <a:endParaRPr lang="en-US" b="1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B0BA930-B0EF-47CE-BD25-2934A0B21E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FFAF6C-E531-4263-8B2F-5108DADF2807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BCCE22E-B8DD-4202-B231-D694FC6E58E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0418CBC-F9C2-4E25-B898-AC26A9D6E395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EDE521-8A7A-4F74-9337-2AAF56570CD1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79895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1809747"/>
            <a:ext cx="10986130" cy="4131707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Unported license</a:t>
            </a:r>
            <a:endParaRPr lang="en-US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04966-E497-4B50-BE75-B3F1857705DF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B4C12C-0A10-43BB-920A-D35F65D1F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9DC9E0-0C20-45E5-9B0A-A7AAECFAB488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15C1D1-8DC0-4A71-9C55-4984F8DD6C10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8A9BA7-3DAF-4150-BB81-5B006AEB4EBE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0C38AF9-18A1-4909-95A2-5A57E57C6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267144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1809747"/>
            <a:ext cx="10986130" cy="4131707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Unported license</a:t>
            </a:r>
            <a:endParaRPr lang="en-US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04966-E497-4B50-BE75-B3F1857705DF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B4C12C-0A10-43BB-920A-D35F65D1F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9DC9E0-0C20-45E5-9B0A-A7AAECFAB488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15C1D1-8DC0-4A71-9C55-4984F8DD6C10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8A9BA7-3DAF-4150-BB81-5B006AEB4EBE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0C38AF9-18A1-4909-95A2-5A57E57C6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060225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1809747"/>
            <a:ext cx="10986130" cy="4131707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Unported license</a:t>
            </a:r>
            <a:endParaRPr lang="en-US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04966-E497-4B50-BE75-B3F1857705DF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B4C12C-0A10-43BB-920A-D35F65D1F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9DC9E0-0C20-45E5-9B0A-A7AAECFAB488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15C1D1-8DC0-4A71-9C55-4984F8DD6C10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 dirty="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8A9BA7-3DAF-4150-BB81-5B006AEB4EBE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0C38AF9-18A1-4909-95A2-5A57E57C6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610261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bgerundetes Rechteck 5"/>
          <p:cNvSpPr/>
          <p:nvPr/>
        </p:nvSpPr>
        <p:spPr>
          <a:xfrm>
            <a:off x="0" y="1619250"/>
            <a:ext cx="7632700" cy="73025"/>
          </a:xfrm>
          <a:prstGeom prst="roundRect">
            <a:avLst/>
          </a:prstGeom>
          <a:solidFill>
            <a:srgbClr val="697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455960"/>
              </a:solidFill>
            </a:endParaRPr>
          </a:p>
        </p:txBody>
      </p:sp>
      <p:sp>
        <p:nvSpPr>
          <p:cNvPr id="7" name="Abgerundetes Rechteck 6"/>
          <p:cNvSpPr/>
          <p:nvPr/>
        </p:nvSpPr>
        <p:spPr>
          <a:xfrm>
            <a:off x="0" y="4500563"/>
            <a:ext cx="7632700" cy="71437"/>
          </a:xfrm>
          <a:prstGeom prst="roundRect">
            <a:avLst/>
          </a:prstGeom>
          <a:solidFill>
            <a:srgbClr val="697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sp>
        <p:nvSpPr>
          <p:cNvPr id="8" name="Rechteck 7"/>
          <p:cNvSpPr/>
          <p:nvPr/>
        </p:nvSpPr>
        <p:spPr bwMode="white">
          <a:xfrm>
            <a:off x="365219" y="6253843"/>
            <a:ext cx="8432789" cy="304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bg1">
                <a:alpha val="75000"/>
              </a:scheme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/>
          </a:p>
        </p:txBody>
      </p:sp>
      <p:pic>
        <p:nvPicPr>
          <p:cNvPr id="13" name="Bild 6" descr="BFH_Logo_A_de_fr_en_100_RGB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317500"/>
            <a:ext cx="152400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Bildplatzhalter 11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692000"/>
            <a:ext cx="7632000" cy="2808000"/>
          </a:xfrm>
          <a:prstGeom prst="rect">
            <a:avLst/>
          </a:prstGeom>
        </p:spPr>
        <p:txBody>
          <a:bodyPr vert="horz"/>
          <a:lstStyle>
            <a:lvl1pPr>
              <a:defRPr sz="3000" baseline="0">
                <a:latin typeface="Lucida Sans"/>
                <a:cs typeface="Lucida Sans"/>
              </a:defRPr>
            </a:lvl1pPr>
          </a:lstStyle>
          <a:p>
            <a:pPr lvl="0"/>
            <a:r>
              <a:rPr lang="de-DE" noProof="0" dirty="0"/>
              <a:t>Titelseite mit Bild</a:t>
            </a:r>
            <a:br>
              <a:rPr lang="de-DE" noProof="0" dirty="0"/>
            </a:br>
            <a:br>
              <a:rPr lang="de-DE" noProof="0" dirty="0"/>
            </a:br>
            <a:br>
              <a:rPr lang="de-DE" noProof="0" dirty="0"/>
            </a:br>
            <a:r>
              <a:rPr lang="de-DE" noProof="0" dirty="0" err="1"/>
              <a:t>Bild</a:t>
            </a:r>
            <a:r>
              <a:rPr lang="de-DE" noProof="0" dirty="0"/>
              <a:t> durch Klicken auf Symbol hinzufügen</a:t>
            </a:r>
          </a:p>
        </p:txBody>
      </p:sp>
      <p:sp>
        <p:nvSpPr>
          <p:cNvPr id="9" name="Titel 1"/>
          <p:cNvSpPr>
            <a:spLocks noGrp="1"/>
          </p:cNvSpPr>
          <p:nvPr>
            <p:ph type="ctrTitle"/>
          </p:nvPr>
        </p:nvSpPr>
        <p:spPr>
          <a:xfrm>
            <a:off x="457200" y="4623442"/>
            <a:ext cx="10739587" cy="533105"/>
          </a:xfrm>
          <a:prstGeom prst="rect">
            <a:avLst/>
          </a:prstGeom>
        </p:spPr>
        <p:txBody>
          <a:bodyPr lIns="0"/>
          <a:lstStyle>
            <a:lvl1pPr algn="l">
              <a:defRPr sz="3000">
                <a:solidFill>
                  <a:srgbClr val="697D91"/>
                </a:solidFill>
                <a:latin typeface="Lucida Sans"/>
                <a:cs typeface="Lucida Sans Unicode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/>
          </p:nvPr>
        </p:nvSpPr>
        <p:spPr>
          <a:xfrm>
            <a:off x="457200" y="5220000"/>
            <a:ext cx="9057632" cy="805526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000">
                <a:solidFill>
                  <a:srgbClr val="697D91"/>
                </a:solidFill>
                <a:latin typeface="Lucida Sans"/>
                <a:cs typeface="Lucida Sans Unicode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1" name="Textplatzhalt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299494"/>
            <a:ext cx="9065634" cy="258474"/>
          </a:xfrm>
          <a:prstGeom prst="rect">
            <a:avLst/>
          </a:prstGeom>
        </p:spPr>
        <p:txBody>
          <a:bodyPr vert="horz" lIns="0" rIns="0"/>
          <a:lstStyle>
            <a:lvl1pPr marL="177800" indent="-177800">
              <a:buClr>
                <a:srgbClr val="FAA500"/>
              </a:buClr>
              <a:buSzPct val="80000"/>
              <a:buFont typeface="Lucida Grande"/>
              <a:buChar char="▶"/>
              <a:tabLst>
                <a:tab pos="2151063" algn="l"/>
              </a:tabLst>
              <a:defRPr sz="1400" baseline="0">
                <a:solidFill>
                  <a:srgbClr val="697D91"/>
                </a:solidFill>
                <a:latin typeface="Lucida Sans"/>
              </a:defRPr>
            </a:lvl1pPr>
            <a:lvl2pPr marL="177800" indent="-177800">
              <a:buClr>
                <a:srgbClr val="FAA500"/>
              </a:buClr>
              <a:buSzPct val="80000"/>
              <a:buFont typeface="Lucida Grande"/>
              <a:buChar char="▶"/>
              <a:tabLst>
                <a:tab pos="2151063" algn="l"/>
              </a:tabLst>
              <a:defRPr sz="1000" baseline="0">
                <a:solidFill>
                  <a:srgbClr val="697378"/>
                </a:solidFill>
                <a:latin typeface="Lucida Sans"/>
              </a:defRPr>
            </a:lvl2pPr>
            <a:lvl3pPr marL="177800" indent="-177800">
              <a:buClr>
                <a:srgbClr val="FAA500"/>
              </a:buClr>
              <a:buSzPct val="80000"/>
              <a:buFont typeface="Lucida Grande"/>
              <a:buChar char="▶"/>
              <a:tabLst>
                <a:tab pos="2151063" algn="l"/>
              </a:tabLst>
              <a:defRPr sz="1000" baseline="0">
                <a:solidFill>
                  <a:srgbClr val="697378"/>
                </a:solidFill>
                <a:latin typeface="Lucida Sans"/>
              </a:defRPr>
            </a:lvl3pPr>
            <a:lvl4pPr marL="177800" indent="-177800">
              <a:buClr>
                <a:srgbClr val="FAA500"/>
              </a:buClr>
              <a:buSzPct val="80000"/>
              <a:buFont typeface="Lucida Grande"/>
              <a:buChar char="▶"/>
              <a:tabLst>
                <a:tab pos="2151063" algn="l"/>
              </a:tabLst>
              <a:defRPr sz="1000" baseline="0">
                <a:solidFill>
                  <a:srgbClr val="697378"/>
                </a:solidFill>
                <a:latin typeface="Lucida Sans"/>
              </a:defRPr>
            </a:lvl4pPr>
            <a:lvl5pPr marL="177800" indent="-177800">
              <a:buClr>
                <a:srgbClr val="FAA500"/>
              </a:buClr>
              <a:buSzPct val="80000"/>
              <a:buFont typeface="Lucida Grande"/>
              <a:buChar char="▶"/>
              <a:tabLst>
                <a:tab pos="2151063" algn="l"/>
              </a:tabLst>
              <a:defRPr sz="1000" baseline="0">
                <a:solidFill>
                  <a:srgbClr val="697378"/>
                </a:solidFill>
                <a:latin typeface="Lucida Sans"/>
              </a:defRPr>
            </a:lvl5pPr>
          </a:lstStyle>
          <a:p>
            <a:pPr lvl="0"/>
            <a:r>
              <a:rPr lang="de-DE" dirty="0"/>
              <a:t>Organisationseinheit oder Leistungsbereich</a:t>
            </a:r>
          </a:p>
        </p:txBody>
      </p:sp>
      <p:sp>
        <p:nvSpPr>
          <p:cNvPr id="14" name="Datumsplatzhalter 3"/>
          <p:cNvSpPr>
            <a:spLocks noGrp="1"/>
          </p:cNvSpPr>
          <p:nvPr>
            <p:ph type="dt" sz="half" idx="14"/>
          </p:nvPr>
        </p:nvSpPr>
        <p:spPr>
          <a:xfrm>
            <a:off x="10261600" y="6300788"/>
            <a:ext cx="1443038" cy="2571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697D91"/>
                </a:solidFill>
                <a:latin typeface="Lucida Sans" pitchFamily="34" charset="0"/>
              </a:defRPr>
            </a:lvl1pPr>
          </a:lstStyle>
          <a:p>
            <a:pPr>
              <a:defRPr/>
            </a:pPr>
            <a:fld id="{13A8160D-EED1-4901-8DE2-978CB6A5BC57}" type="datetime1">
              <a:rPr lang="de-DE"/>
              <a:pPr>
                <a:defRPr/>
              </a:pPr>
              <a:t>22.04.2021</a:t>
            </a:fld>
            <a:r>
              <a:rPr lang="de-DE" sz="1000"/>
              <a:t> 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4134333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 bwMode="white">
          <a:xfrm>
            <a:off x="365219" y="6253843"/>
            <a:ext cx="8432789" cy="304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bg1">
                <a:alpha val="75000"/>
              </a:scheme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/>
          </a:p>
        </p:txBody>
      </p:sp>
      <p:sp>
        <p:nvSpPr>
          <p:cNvPr id="5" name="Abgerundetes Rechteck 4"/>
          <p:cNvSpPr/>
          <p:nvPr/>
        </p:nvSpPr>
        <p:spPr>
          <a:xfrm>
            <a:off x="0" y="1668463"/>
            <a:ext cx="7632700" cy="2881312"/>
          </a:xfrm>
          <a:prstGeom prst="roundRect">
            <a:avLst>
              <a:gd name="adj" fmla="val 1188"/>
            </a:avLst>
          </a:prstGeom>
          <a:solidFill>
            <a:srgbClr val="697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sp>
        <p:nvSpPr>
          <p:cNvPr id="6" name="Abgerundetes Rechteck 5"/>
          <p:cNvSpPr/>
          <p:nvPr/>
        </p:nvSpPr>
        <p:spPr>
          <a:xfrm>
            <a:off x="0" y="1633538"/>
            <a:ext cx="7632700" cy="71437"/>
          </a:xfrm>
          <a:prstGeom prst="roundRect">
            <a:avLst/>
          </a:prstGeom>
          <a:solidFill>
            <a:srgbClr val="FA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sp>
        <p:nvSpPr>
          <p:cNvPr id="7" name="Abgerundetes Rechteck 6"/>
          <p:cNvSpPr/>
          <p:nvPr/>
        </p:nvSpPr>
        <p:spPr>
          <a:xfrm>
            <a:off x="0" y="4513263"/>
            <a:ext cx="7632700" cy="71437"/>
          </a:xfrm>
          <a:prstGeom prst="roundRect">
            <a:avLst/>
          </a:prstGeom>
          <a:solidFill>
            <a:srgbClr val="FA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pic>
        <p:nvPicPr>
          <p:cNvPr id="9" name="Bild 8" descr="BFH_Logo_A_de_fr_en_100_RGB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317500"/>
            <a:ext cx="152400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el 1"/>
          <p:cNvSpPr>
            <a:spLocks noGrp="1"/>
          </p:cNvSpPr>
          <p:nvPr>
            <p:ph type="ctrTitle"/>
          </p:nvPr>
        </p:nvSpPr>
        <p:spPr>
          <a:xfrm>
            <a:off x="457201" y="1839809"/>
            <a:ext cx="7020000" cy="533105"/>
          </a:xfrm>
          <a:prstGeom prst="rect">
            <a:avLst/>
          </a:prstGeom>
        </p:spPr>
        <p:txBody>
          <a:bodyPr lIns="0" rIns="0"/>
          <a:lstStyle>
            <a:lvl1pPr algn="l">
              <a:defRPr sz="3000">
                <a:solidFill>
                  <a:schemeClr val="bg1"/>
                </a:solidFill>
                <a:latin typeface="Lucida Sans"/>
                <a:cs typeface="Lucida Sans Unicode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/>
          <p:cNvSpPr>
            <a:spLocks noGrp="1"/>
          </p:cNvSpPr>
          <p:nvPr>
            <p:ph type="subTitle" idx="1"/>
          </p:nvPr>
        </p:nvSpPr>
        <p:spPr>
          <a:xfrm>
            <a:off x="457201" y="2448000"/>
            <a:ext cx="7020000" cy="805526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000" spc="0">
                <a:solidFill>
                  <a:schemeClr val="bg1"/>
                </a:solidFill>
                <a:latin typeface="Lucida Sans"/>
                <a:cs typeface="Lucida Sans Unicode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4" name="Textplatzhalt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299494"/>
            <a:ext cx="9065634" cy="258474"/>
          </a:xfrm>
          <a:prstGeom prst="rect">
            <a:avLst/>
          </a:prstGeom>
        </p:spPr>
        <p:txBody>
          <a:bodyPr vert="horz" lIns="0" rIns="0"/>
          <a:lstStyle>
            <a:lvl1pPr marL="177800" indent="-177800">
              <a:buClr>
                <a:srgbClr val="FAA500"/>
              </a:buClr>
              <a:buSzPct val="80000"/>
              <a:buFont typeface="Lucida Grande"/>
              <a:buChar char="▶"/>
              <a:tabLst>
                <a:tab pos="2151063" algn="l"/>
              </a:tabLst>
              <a:defRPr sz="1400" baseline="0">
                <a:solidFill>
                  <a:srgbClr val="697D91"/>
                </a:solidFill>
                <a:latin typeface="Lucida Sans"/>
              </a:defRPr>
            </a:lvl1pPr>
            <a:lvl2pPr marL="177800" indent="-177800">
              <a:buClr>
                <a:srgbClr val="FAA500"/>
              </a:buClr>
              <a:buSzPct val="80000"/>
              <a:buFont typeface="Lucida Grande"/>
              <a:buChar char="▶"/>
              <a:tabLst>
                <a:tab pos="2151063" algn="l"/>
              </a:tabLst>
              <a:defRPr sz="1000" baseline="0">
                <a:solidFill>
                  <a:srgbClr val="697378"/>
                </a:solidFill>
                <a:latin typeface="Lucida Sans"/>
              </a:defRPr>
            </a:lvl2pPr>
            <a:lvl3pPr marL="177800" indent="-177800">
              <a:buClr>
                <a:srgbClr val="FAA500"/>
              </a:buClr>
              <a:buSzPct val="80000"/>
              <a:buFont typeface="Lucida Grande"/>
              <a:buChar char="▶"/>
              <a:tabLst>
                <a:tab pos="2151063" algn="l"/>
              </a:tabLst>
              <a:defRPr sz="1000" baseline="0">
                <a:solidFill>
                  <a:srgbClr val="697378"/>
                </a:solidFill>
                <a:latin typeface="Lucida Sans"/>
              </a:defRPr>
            </a:lvl3pPr>
            <a:lvl4pPr marL="177800" indent="-177800">
              <a:buClr>
                <a:srgbClr val="FAA500"/>
              </a:buClr>
              <a:buSzPct val="80000"/>
              <a:buFont typeface="Lucida Grande"/>
              <a:buChar char="▶"/>
              <a:tabLst>
                <a:tab pos="2151063" algn="l"/>
              </a:tabLst>
              <a:defRPr sz="1000" baseline="0">
                <a:solidFill>
                  <a:srgbClr val="697378"/>
                </a:solidFill>
                <a:latin typeface="Lucida Sans"/>
              </a:defRPr>
            </a:lvl4pPr>
            <a:lvl5pPr marL="177800" indent="-177800">
              <a:buClr>
                <a:srgbClr val="FAA500"/>
              </a:buClr>
              <a:buSzPct val="80000"/>
              <a:buFont typeface="Lucida Grande"/>
              <a:buChar char="▶"/>
              <a:tabLst>
                <a:tab pos="2151063" algn="l"/>
              </a:tabLst>
              <a:defRPr sz="1000" baseline="0">
                <a:solidFill>
                  <a:srgbClr val="697378"/>
                </a:solidFill>
                <a:latin typeface="Lucida Sans"/>
              </a:defRPr>
            </a:lvl5pPr>
          </a:lstStyle>
          <a:p>
            <a:pPr lvl="0"/>
            <a:r>
              <a:rPr lang="de-DE" dirty="0"/>
              <a:t>Organisationseinheit oder Leistungsbereich</a:t>
            </a:r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4"/>
          </p:nvPr>
        </p:nvSpPr>
        <p:spPr>
          <a:xfrm>
            <a:off x="10261600" y="6300788"/>
            <a:ext cx="1443038" cy="2571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697D91"/>
                </a:solidFill>
                <a:latin typeface="Lucida Sans" pitchFamily="34" charset="0"/>
              </a:defRPr>
            </a:lvl1pPr>
          </a:lstStyle>
          <a:p>
            <a:pPr>
              <a:defRPr/>
            </a:pPr>
            <a:fld id="{E4283131-E6A7-40D3-9EB9-520657964184}" type="datetime1">
              <a:rPr lang="de-DE"/>
              <a:pPr>
                <a:defRPr/>
              </a:pPr>
              <a:t>22.04.2021</a:t>
            </a:fld>
            <a:r>
              <a:rPr lang="de-DE" sz="1000"/>
              <a:t> 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40369949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seite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/>
          <p:cNvSpPr/>
          <p:nvPr/>
        </p:nvSpPr>
        <p:spPr>
          <a:xfrm>
            <a:off x="0" y="1668463"/>
            <a:ext cx="7632700" cy="2881312"/>
          </a:xfrm>
          <a:prstGeom prst="roundRect">
            <a:avLst>
              <a:gd name="adj" fmla="val 1188"/>
            </a:avLst>
          </a:prstGeom>
          <a:solidFill>
            <a:srgbClr val="697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800" dirty="0">
                <a:solidFill>
                  <a:srgbClr val="697D91"/>
                </a:solidFill>
              </a:rPr>
              <a:t>-</a:t>
            </a:r>
          </a:p>
        </p:txBody>
      </p:sp>
      <p:sp>
        <p:nvSpPr>
          <p:cNvPr id="5" name="Abgerundetes Rechteck 4"/>
          <p:cNvSpPr/>
          <p:nvPr/>
        </p:nvSpPr>
        <p:spPr>
          <a:xfrm>
            <a:off x="0" y="1633538"/>
            <a:ext cx="7632700" cy="71437"/>
          </a:xfrm>
          <a:prstGeom prst="roundRect">
            <a:avLst/>
          </a:prstGeom>
          <a:solidFill>
            <a:srgbClr val="FA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sp>
        <p:nvSpPr>
          <p:cNvPr id="6" name="Abgerundetes Rechteck 5"/>
          <p:cNvSpPr/>
          <p:nvPr/>
        </p:nvSpPr>
        <p:spPr>
          <a:xfrm>
            <a:off x="0" y="4513263"/>
            <a:ext cx="7632700" cy="71437"/>
          </a:xfrm>
          <a:prstGeom prst="roundRect">
            <a:avLst/>
          </a:prstGeom>
          <a:solidFill>
            <a:srgbClr val="FA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sp>
        <p:nvSpPr>
          <p:cNvPr id="15" name="Titel 1"/>
          <p:cNvSpPr>
            <a:spLocks noGrp="1"/>
          </p:cNvSpPr>
          <p:nvPr>
            <p:ph type="ctrTitle"/>
          </p:nvPr>
        </p:nvSpPr>
        <p:spPr>
          <a:xfrm>
            <a:off x="457200" y="1839809"/>
            <a:ext cx="7020000" cy="533105"/>
          </a:xfrm>
          <a:prstGeom prst="rect">
            <a:avLst/>
          </a:prstGeom>
        </p:spPr>
        <p:txBody>
          <a:bodyPr lIns="0" rIns="0"/>
          <a:lstStyle>
            <a:lvl1pPr algn="l">
              <a:defRPr sz="3000">
                <a:solidFill>
                  <a:schemeClr val="bg1"/>
                </a:solidFill>
                <a:latin typeface="Lucida Sans"/>
                <a:cs typeface="Lucida Sans Unicode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6" name="Untertitel 2"/>
          <p:cNvSpPr>
            <a:spLocks noGrp="1"/>
          </p:cNvSpPr>
          <p:nvPr>
            <p:ph type="subTitle" idx="1"/>
          </p:nvPr>
        </p:nvSpPr>
        <p:spPr>
          <a:xfrm>
            <a:off x="457200" y="2448000"/>
            <a:ext cx="7020000" cy="805526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000" spc="0">
                <a:solidFill>
                  <a:schemeClr val="bg1"/>
                </a:solidFill>
                <a:latin typeface="Lucida Sans"/>
                <a:cs typeface="Lucida Sans Unicode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7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71013-0031-4193-A270-9600BEE45EEB}" type="slidenum">
              <a:rPr lang="de-CH"/>
              <a:pPr>
                <a:defRPr/>
              </a:pPr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203787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seit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/>
          <p:cNvSpPr/>
          <p:nvPr/>
        </p:nvSpPr>
        <p:spPr>
          <a:xfrm>
            <a:off x="0" y="1668463"/>
            <a:ext cx="7632700" cy="2881312"/>
          </a:xfrm>
          <a:prstGeom prst="roundRect">
            <a:avLst>
              <a:gd name="adj" fmla="val 1188"/>
            </a:avLst>
          </a:prstGeom>
          <a:solidFill>
            <a:srgbClr val="FA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FAA500"/>
              </a:solidFill>
            </a:endParaRPr>
          </a:p>
        </p:txBody>
      </p:sp>
      <p:sp>
        <p:nvSpPr>
          <p:cNvPr id="5" name="Abgerundetes Rechteck 4"/>
          <p:cNvSpPr/>
          <p:nvPr/>
        </p:nvSpPr>
        <p:spPr>
          <a:xfrm>
            <a:off x="0" y="1633538"/>
            <a:ext cx="7632700" cy="71437"/>
          </a:xfrm>
          <a:prstGeom prst="roundRect">
            <a:avLst/>
          </a:prstGeom>
          <a:solidFill>
            <a:srgbClr val="697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sp>
        <p:nvSpPr>
          <p:cNvPr id="6" name="Abgerundetes Rechteck 5"/>
          <p:cNvSpPr/>
          <p:nvPr/>
        </p:nvSpPr>
        <p:spPr>
          <a:xfrm>
            <a:off x="0" y="4513263"/>
            <a:ext cx="7632700" cy="71437"/>
          </a:xfrm>
          <a:prstGeom prst="roundRect">
            <a:avLst/>
          </a:prstGeom>
          <a:solidFill>
            <a:srgbClr val="697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sp>
        <p:nvSpPr>
          <p:cNvPr id="7" name="Titel 1"/>
          <p:cNvSpPr>
            <a:spLocks noGrp="1"/>
          </p:cNvSpPr>
          <p:nvPr>
            <p:ph type="ctrTitle"/>
          </p:nvPr>
        </p:nvSpPr>
        <p:spPr>
          <a:xfrm>
            <a:off x="457200" y="1839809"/>
            <a:ext cx="7020000" cy="533105"/>
          </a:xfrm>
          <a:prstGeom prst="rect">
            <a:avLst/>
          </a:prstGeom>
        </p:spPr>
        <p:txBody>
          <a:bodyPr lIns="0" rIns="0"/>
          <a:lstStyle>
            <a:lvl1pPr algn="l">
              <a:defRPr sz="3000">
                <a:solidFill>
                  <a:schemeClr val="bg1"/>
                </a:solidFill>
                <a:latin typeface="Lucida Sans"/>
                <a:cs typeface="Lucida Sans Unicode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Untertitel 2"/>
          <p:cNvSpPr>
            <a:spLocks noGrp="1"/>
          </p:cNvSpPr>
          <p:nvPr>
            <p:ph type="subTitle" idx="1"/>
          </p:nvPr>
        </p:nvSpPr>
        <p:spPr>
          <a:xfrm>
            <a:off x="457200" y="2448000"/>
            <a:ext cx="7020000" cy="805526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000" spc="0">
                <a:solidFill>
                  <a:schemeClr val="bg1"/>
                </a:solidFill>
                <a:latin typeface="Lucida Sans"/>
                <a:cs typeface="Lucida Sans Unicode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9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179C08-8418-41B0-8884-2C03CF535D23}" type="slidenum">
              <a:rPr lang="de-CH"/>
              <a:pPr>
                <a:defRPr/>
              </a:pPr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236963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332000"/>
            <a:ext cx="11249025" cy="4788000"/>
          </a:xfrm>
          <a:prstGeom prst="rect">
            <a:avLst/>
          </a:prstGeom>
        </p:spPr>
        <p:txBody>
          <a:bodyPr lIns="0" r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1pPr>
            <a:lvl2pPr marL="742950" indent="-28575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itel 1"/>
          <p:cNvSpPr>
            <a:spLocks noGrp="1"/>
          </p:cNvSpPr>
          <p:nvPr>
            <p:ph type="ctrTitle"/>
          </p:nvPr>
        </p:nvSpPr>
        <p:spPr>
          <a:xfrm>
            <a:off x="457200" y="360000"/>
            <a:ext cx="11249025" cy="540000"/>
          </a:xfrm>
          <a:prstGeom prst="rect">
            <a:avLst/>
          </a:prstGeom>
        </p:spPr>
        <p:txBody>
          <a:bodyPr lIns="0" rIns="0"/>
          <a:lstStyle>
            <a:lvl1pPr algn="l">
              <a:defRPr sz="3000" b="0" i="0">
                <a:solidFill>
                  <a:srgbClr val="697D91"/>
                </a:solidFill>
                <a:latin typeface="Lucida Sans"/>
                <a:cs typeface="Lucida Sans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0A35F2-7595-4779-9180-596D2E72BBB9}" type="slidenum">
              <a:rPr lang="de-CH"/>
              <a:pPr>
                <a:defRPr/>
              </a:pPr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031553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Bild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ctrTitle"/>
          </p:nvPr>
        </p:nvSpPr>
        <p:spPr>
          <a:xfrm>
            <a:off x="457200" y="360000"/>
            <a:ext cx="11249025" cy="540000"/>
          </a:xfrm>
          <a:prstGeom prst="rect">
            <a:avLst/>
          </a:prstGeom>
        </p:spPr>
        <p:txBody>
          <a:bodyPr lIns="0" rIns="0"/>
          <a:lstStyle>
            <a:lvl1pPr algn="l">
              <a:defRPr sz="3000">
                <a:solidFill>
                  <a:srgbClr val="697D91"/>
                </a:solidFill>
                <a:latin typeface="Lucida Sans"/>
                <a:cs typeface="Lucida Sans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457200" y="1332000"/>
            <a:ext cx="11249025" cy="54000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rgbClr val="697D9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sz="half" idx="13"/>
          </p:nvPr>
        </p:nvSpPr>
        <p:spPr>
          <a:xfrm>
            <a:off x="457200" y="2160000"/>
            <a:ext cx="11249025" cy="3960000"/>
          </a:xfrm>
          <a:prstGeom prst="rect">
            <a:avLst/>
          </a:prstGeom>
        </p:spPr>
        <p:txBody>
          <a:bodyPr lIns="0" r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1pPr>
            <a:lvl2pPr marL="714375" indent="-257175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oliennummernplatzhalter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C55A69-AF00-48CA-9C5B-76F6193071D6}" type="slidenum">
              <a:rPr lang="de-CH"/>
              <a:pPr>
                <a:defRPr/>
              </a:pPr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472321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Textfelder/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ctrTitle"/>
          </p:nvPr>
        </p:nvSpPr>
        <p:spPr>
          <a:xfrm>
            <a:off x="457199" y="360000"/>
            <a:ext cx="11249025" cy="540000"/>
          </a:xfrm>
          <a:prstGeom prst="rect">
            <a:avLst/>
          </a:prstGeom>
        </p:spPr>
        <p:txBody>
          <a:bodyPr lIns="0" rIns="0"/>
          <a:lstStyle>
            <a:lvl1pPr algn="l">
              <a:defRPr sz="3000">
                <a:solidFill>
                  <a:srgbClr val="697D91"/>
                </a:solidFill>
                <a:latin typeface="Lucida Sans"/>
                <a:cs typeface="Lucida Sans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450851" y="5399231"/>
            <a:ext cx="5508000" cy="720583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2"/>
          <p:cNvSpPr>
            <a:spLocks noGrp="1"/>
          </p:cNvSpPr>
          <p:nvPr>
            <p:ph type="body" idx="18"/>
          </p:nvPr>
        </p:nvSpPr>
        <p:spPr>
          <a:xfrm>
            <a:off x="6199200" y="5399231"/>
            <a:ext cx="5508000" cy="720583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sz="half" idx="13"/>
          </p:nvPr>
        </p:nvSpPr>
        <p:spPr>
          <a:xfrm>
            <a:off x="450851" y="1332000"/>
            <a:ext cx="5508000" cy="4067231"/>
          </a:xfrm>
          <a:prstGeom prst="rect">
            <a:avLst/>
          </a:prstGeom>
        </p:spPr>
        <p:txBody>
          <a:bodyPr lIns="0" r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1pPr>
            <a:lvl2pPr marL="714375" indent="-257175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Inhaltsplatzhalter 3"/>
          <p:cNvSpPr>
            <a:spLocks noGrp="1"/>
          </p:cNvSpPr>
          <p:nvPr>
            <p:ph sz="half" idx="15"/>
          </p:nvPr>
        </p:nvSpPr>
        <p:spPr>
          <a:xfrm>
            <a:off x="6199200" y="1332000"/>
            <a:ext cx="5508000" cy="4067231"/>
          </a:xfrm>
          <a:prstGeom prst="rect">
            <a:avLst/>
          </a:prstGeom>
        </p:spPr>
        <p:txBody>
          <a:bodyPr lIns="0" r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714375" indent="-257175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solidFill>
                  <a:schemeClr val="tx1"/>
                </a:solidFill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solidFill>
                  <a:schemeClr val="tx1"/>
                </a:solidFill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solidFill>
                  <a:schemeClr val="tx1"/>
                </a:solidFill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solidFill>
                  <a:schemeClr val="tx1"/>
                </a:solidFill>
                <a:latin typeface="Lucida Sans"/>
                <a:cs typeface="Lucida San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3B21B8-EC19-437D-956C-B9E2193DE066}" type="slidenum">
              <a:rPr lang="de-CH"/>
              <a:pPr>
                <a:defRPr/>
              </a:pPr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6413893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Textfelder/Bilder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ctrTitle"/>
          </p:nvPr>
        </p:nvSpPr>
        <p:spPr>
          <a:xfrm>
            <a:off x="457200" y="360000"/>
            <a:ext cx="11249025" cy="540000"/>
          </a:xfrm>
          <a:prstGeom prst="rect">
            <a:avLst/>
          </a:prstGeom>
        </p:spPr>
        <p:txBody>
          <a:bodyPr lIns="0" rIns="0"/>
          <a:lstStyle>
            <a:lvl1pPr algn="l">
              <a:defRPr sz="3000" b="0" i="0">
                <a:solidFill>
                  <a:srgbClr val="697D91"/>
                </a:solidFill>
                <a:latin typeface="Lucida Sans"/>
                <a:cs typeface="Lucida Sans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456226" y="1332000"/>
            <a:ext cx="5508000" cy="54000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rgbClr val="697D9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sz="half" idx="13"/>
          </p:nvPr>
        </p:nvSpPr>
        <p:spPr>
          <a:xfrm>
            <a:off x="457201" y="2160000"/>
            <a:ext cx="5508000" cy="3960000"/>
          </a:xfrm>
          <a:prstGeom prst="rect">
            <a:avLst/>
          </a:prstGeom>
        </p:spPr>
        <p:txBody>
          <a:bodyPr lIns="0" r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1pPr>
            <a:lvl2pPr marL="714375" indent="-257175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Textplatzhalter 2"/>
          <p:cNvSpPr>
            <a:spLocks noGrp="1"/>
          </p:cNvSpPr>
          <p:nvPr>
            <p:ph type="body" idx="14"/>
          </p:nvPr>
        </p:nvSpPr>
        <p:spPr>
          <a:xfrm>
            <a:off x="6198225" y="1332000"/>
            <a:ext cx="5508000" cy="54000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rgbClr val="697D9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Inhaltsplatzhalter 3"/>
          <p:cNvSpPr>
            <a:spLocks noGrp="1"/>
          </p:cNvSpPr>
          <p:nvPr>
            <p:ph sz="half" idx="15"/>
          </p:nvPr>
        </p:nvSpPr>
        <p:spPr>
          <a:xfrm>
            <a:off x="6199200" y="2160000"/>
            <a:ext cx="5508000" cy="3960000"/>
          </a:xfrm>
          <a:prstGeom prst="rect">
            <a:avLst/>
          </a:prstGeom>
        </p:spPr>
        <p:txBody>
          <a:bodyPr lIns="0" r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714375" indent="-257175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solidFill>
                  <a:schemeClr val="tx1"/>
                </a:solidFill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solidFill>
                  <a:schemeClr val="tx1"/>
                </a:solidFill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solidFill>
                  <a:schemeClr val="tx1"/>
                </a:solidFill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solidFill>
                  <a:schemeClr val="tx1"/>
                </a:solidFill>
                <a:latin typeface="Lucida Sans"/>
                <a:cs typeface="Lucida San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6D72C-BFB2-41C7-957D-2E87BB499368}" type="slidenum">
              <a:rPr lang="de-CH"/>
              <a:pPr>
                <a:defRPr/>
              </a:pPr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4326750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Textfelder/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ctrTitle"/>
          </p:nvPr>
        </p:nvSpPr>
        <p:spPr>
          <a:xfrm>
            <a:off x="457199" y="360000"/>
            <a:ext cx="11249025" cy="540000"/>
          </a:xfrm>
          <a:prstGeom prst="rect">
            <a:avLst/>
          </a:prstGeom>
        </p:spPr>
        <p:txBody>
          <a:bodyPr lIns="0"/>
          <a:lstStyle>
            <a:lvl1pPr algn="l">
              <a:defRPr sz="3000" b="0" i="0">
                <a:solidFill>
                  <a:srgbClr val="697D91"/>
                </a:solidFill>
                <a:latin typeface="Lucida Sans"/>
                <a:cs typeface="Lucida Sans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453600" y="5399231"/>
            <a:ext cx="3556800" cy="720583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2"/>
          <p:cNvSpPr>
            <a:spLocks noGrp="1"/>
          </p:cNvSpPr>
          <p:nvPr>
            <p:ph type="body" idx="18"/>
          </p:nvPr>
        </p:nvSpPr>
        <p:spPr>
          <a:xfrm>
            <a:off x="4298400" y="5399231"/>
            <a:ext cx="3556800" cy="720583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sz="half" idx="13"/>
          </p:nvPr>
        </p:nvSpPr>
        <p:spPr>
          <a:xfrm>
            <a:off x="453600" y="1332000"/>
            <a:ext cx="3556800" cy="4067230"/>
          </a:xfrm>
          <a:prstGeom prst="rect">
            <a:avLst/>
          </a:prstGeom>
        </p:spPr>
        <p:txBody>
          <a:bodyPr l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1pPr>
            <a:lvl2pPr marL="714375" indent="-257175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Inhaltsplatzhalter 3"/>
          <p:cNvSpPr>
            <a:spLocks noGrp="1"/>
          </p:cNvSpPr>
          <p:nvPr>
            <p:ph sz="half" idx="15"/>
          </p:nvPr>
        </p:nvSpPr>
        <p:spPr>
          <a:xfrm>
            <a:off x="4298400" y="1332001"/>
            <a:ext cx="3556800" cy="4067230"/>
          </a:xfrm>
          <a:prstGeom prst="rect">
            <a:avLst/>
          </a:prstGeom>
        </p:spPr>
        <p:txBody>
          <a:bodyPr l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1pPr>
            <a:lvl2pPr marL="714375" indent="-257175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sz="half" idx="19"/>
          </p:nvPr>
        </p:nvSpPr>
        <p:spPr>
          <a:xfrm>
            <a:off x="8149424" y="1332001"/>
            <a:ext cx="3556800" cy="4067230"/>
          </a:xfrm>
          <a:prstGeom prst="rect">
            <a:avLst/>
          </a:prstGeom>
        </p:spPr>
        <p:txBody>
          <a:bodyPr l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1pPr>
            <a:lvl2pPr marL="714375" indent="-257175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idx="20"/>
          </p:nvPr>
        </p:nvSpPr>
        <p:spPr>
          <a:xfrm>
            <a:off x="8149424" y="5399231"/>
            <a:ext cx="3556800" cy="720583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Foliennummernplatzhalter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50D9A4-4B03-4410-9017-78E09E000AC4}" type="slidenum">
              <a:rPr lang="de-CH"/>
              <a:pPr>
                <a:defRPr/>
              </a:pPr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591247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Textfelder/Bilder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ctrTitle"/>
          </p:nvPr>
        </p:nvSpPr>
        <p:spPr>
          <a:xfrm>
            <a:off x="457199" y="360000"/>
            <a:ext cx="11249025" cy="540000"/>
          </a:xfrm>
          <a:prstGeom prst="rect">
            <a:avLst/>
          </a:prstGeom>
        </p:spPr>
        <p:txBody>
          <a:bodyPr lIns="0" rIns="0"/>
          <a:lstStyle>
            <a:lvl1pPr algn="l">
              <a:defRPr sz="3000" b="0" i="0">
                <a:solidFill>
                  <a:srgbClr val="697D91"/>
                </a:solidFill>
                <a:latin typeface="Lucida Sans"/>
                <a:cs typeface="Lucida Sans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Inhaltsplatzhalter 2"/>
          <p:cNvSpPr>
            <a:spLocks noGrp="1"/>
          </p:cNvSpPr>
          <p:nvPr>
            <p:ph sz="half" idx="13"/>
          </p:nvPr>
        </p:nvSpPr>
        <p:spPr>
          <a:xfrm>
            <a:off x="457199" y="2155050"/>
            <a:ext cx="3556800" cy="3960000"/>
          </a:xfrm>
          <a:prstGeom prst="rect">
            <a:avLst/>
          </a:prstGeom>
        </p:spPr>
        <p:txBody>
          <a:bodyPr lIns="0" r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1pPr>
            <a:lvl2pPr marL="714375" indent="-257175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Inhaltsplatzhalter 3"/>
          <p:cNvSpPr>
            <a:spLocks noGrp="1"/>
          </p:cNvSpPr>
          <p:nvPr>
            <p:ph sz="half" idx="15"/>
          </p:nvPr>
        </p:nvSpPr>
        <p:spPr>
          <a:xfrm>
            <a:off x="4298400" y="2155050"/>
            <a:ext cx="3556800" cy="3960000"/>
          </a:xfrm>
          <a:prstGeom prst="rect">
            <a:avLst/>
          </a:prstGeom>
        </p:spPr>
        <p:txBody>
          <a:bodyPr lIns="0" r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1pPr>
            <a:lvl2pPr marL="714375" indent="-257175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sz="half" idx="19"/>
          </p:nvPr>
        </p:nvSpPr>
        <p:spPr>
          <a:xfrm>
            <a:off x="8149424" y="2155050"/>
            <a:ext cx="3556800" cy="3960000"/>
          </a:xfrm>
          <a:prstGeom prst="rect">
            <a:avLst/>
          </a:prstGeom>
        </p:spPr>
        <p:txBody>
          <a:bodyPr lIns="0" r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1pPr>
            <a:lvl2pPr marL="714375" indent="-257175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idx="1"/>
          </p:nvPr>
        </p:nvSpPr>
        <p:spPr>
          <a:xfrm>
            <a:off x="457199" y="1332000"/>
            <a:ext cx="3556800" cy="54000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platzhalter 2"/>
          <p:cNvSpPr>
            <a:spLocks noGrp="1"/>
          </p:cNvSpPr>
          <p:nvPr>
            <p:ph type="body" idx="18"/>
          </p:nvPr>
        </p:nvSpPr>
        <p:spPr>
          <a:xfrm>
            <a:off x="4298400" y="1332000"/>
            <a:ext cx="3556800" cy="54000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platzhalter 2"/>
          <p:cNvSpPr>
            <a:spLocks noGrp="1"/>
          </p:cNvSpPr>
          <p:nvPr>
            <p:ph type="body" idx="20"/>
          </p:nvPr>
        </p:nvSpPr>
        <p:spPr>
          <a:xfrm>
            <a:off x="8149424" y="1332000"/>
            <a:ext cx="3556800" cy="54000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Foliennummernplatzhalter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0E5DE4-7C71-4F94-A4EE-08415918DAC4}" type="slidenum">
              <a:rPr lang="de-CH"/>
              <a:pPr>
                <a:defRPr/>
              </a:pPr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070342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207875" cy="6858000"/>
          </a:xfrm>
        </p:spPr>
        <p:txBody>
          <a:bodyPr/>
          <a:lstStyle/>
          <a:p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767762" y="5703521"/>
            <a:ext cx="9155906" cy="389304"/>
          </a:xfrm>
        </p:spPr>
        <p:txBody>
          <a:bodyPr anchor="t" anchorCtr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dirty="0"/>
              <a:t>Master-Untertitelformat bearbeiten</a:t>
            </a:r>
            <a:endParaRPr lang="de-DE" dirty="0"/>
          </a:p>
        </p:txBody>
      </p:sp>
      <p:sp>
        <p:nvSpPr>
          <p:cNvPr id="17" name="Titel 16"/>
          <p:cNvSpPr>
            <a:spLocks noGrp="1"/>
          </p:cNvSpPr>
          <p:nvPr>
            <p:ph type="title"/>
          </p:nvPr>
        </p:nvSpPr>
        <p:spPr>
          <a:xfrm>
            <a:off x="767761" y="4295409"/>
            <a:ext cx="10930676" cy="1285875"/>
          </a:xfrm>
        </p:spPr>
        <p:txBody>
          <a:bodyPr lIns="0" tIns="0" rIns="0" bIns="0"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2" name="Fußzeilenplatzhalt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Ahdis gmbh, zürich, switzerland, </a:t>
            </a:r>
            <a:r>
              <a:rPr lang="de-CH"/>
              <a:t>27/11/2015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706383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DE7049-8656-4A52-909A-CA015733F8B7}"/>
              </a:ext>
            </a:extLst>
          </p:cNvPr>
          <p:cNvSpPr/>
          <p:nvPr/>
        </p:nvSpPr>
        <p:spPr>
          <a:xfrm>
            <a:off x="610394" y="0"/>
            <a:ext cx="7615087" cy="6858000"/>
          </a:xfrm>
          <a:prstGeom prst="rect">
            <a:avLst/>
          </a:prstGeom>
          <a:solidFill>
            <a:srgbClr val="BAB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/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C8AE2DB7-DAEF-4F3E-85D5-E352F4BCA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4516" y="1921143"/>
            <a:ext cx="231229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9C8297-3E7F-4E22-8269-869CEA5AABB8}"/>
              </a:ext>
            </a:extLst>
          </p:cNvPr>
          <p:cNvCxnSpPr/>
          <p:nvPr/>
        </p:nvCxnSpPr>
        <p:spPr>
          <a:xfrm>
            <a:off x="1112698" y="1166284"/>
            <a:ext cx="0" cy="2834216"/>
          </a:xfrm>
          <a:prstGeom prst="line">
            <a:avLst/>
          </a:prstGeom>
          <a:ln w="635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6544" y="1194068"/>
            <a:ext cx="6326156" cy="1535560"/>
          </a:xfrm>
        </p:spPr>
        <p:txBody>
          <a:bodyPr anchor="b">
            <a:noAutofit/>
          </a:bodyPr>
          <a:lstStyle>
            <a:lvl1pPr algn="l">
              <a:defRPr sz="4000" b="1" i="0" spc="160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6544" y="3049597"/>
            <a:ext cx="6233032" cy="1169617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rgbClr val="EC2227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1576851" y="4961611"/>
            <a:ext cx="5375577" cy="550333"/>
          </a:xfrm>
        </p:spPr>
        <p:txBody>
          <a:bodyPr anchor="b">
            <a:no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67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E2087E9-637C-4C09-8985-3BAE95EB3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30611" y="6436784"/>
            <a:ext cx="6313760" cy="20954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 dirty="0"/>
              <a:t>© 2019 Health Level Seven ® International. Licensed under Creative Commons Attribution 4.0 International</a:t>
            </a:r>
          </a:p>
          <a:p>
            <a:r>
              <a:rPr lang="en-US" b="1" dirty="0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EAF7E73-D995-4378-86E2-E0B1F5C1F622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576851" y="5670551"/>
            <a:ext cx="1742165" cy="277283"/>
          </a:xfrm>
        </p:spPr>
        <p:txBody>
          <a:bodyPr lIns="0" tIns="0" rIns="0" bIns="0" anchor="b">
            <a:noAutofit/>
          </a:bodyPr>
          <a:lstStyle>
            <a:lvl1pPr>
              <a:defRPr sz="2400"/>
            </a:lvl1pPr>
          </a:lstStyle>
          <a:p>
            <a:fld id="{23F303CC-BC6F-44EE-9A09-81F690F71D2E}" type="datetime1">
              <a:rPr lang="en-US" altLang="en-US" smtClean="0"/>
              <a:t>4/22/2021</a:t>
            </a:fld>
            <a:endParaRPr lang="en-US" altLang="en-US" dirty="0"/>
          </a:p>
        </p:txBody>
      </p:sp>
      <p:pic>
        <p:nvPicPr>
          <p:cNvPr id="15" name="Picture 14" descr="Creative Commons Licence">
            <a:extLst>
              <a:ext uri="{FF2B5EF4-FFF2-40B4-BE49-F238E27FC236}">
                <a16:creationId xmlns:a16="http://schemas.microsoft.com/office/drawing/2014/main" id="{B400A948-C3CD-4AB8-A0B0-5E7E9538E3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7951" y="6239934"/>
            <a:ext cx="1119055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A close up of a sign&#10;&#10;Description automatically generated">
            <a:extLst>
              <a:ext uri="{FF2B5EF4-FFF2-40B4-BE49-F238E27FC236}">
                <a16:creationId xmlns:a16="http://schemas.microsoft.com/office/drawing/2014/main" id="{B2CDF0B0-A759-4719-BF33-87C7C8CE7ED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689325" y="4182671"/>
            <a:ext cx="3069987" cy="73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901127"/>
      </p:ext>
    </p:extLst>
  </p:cSld>
  <p:clrMapOvr>
    <a:masterClrMapping/>
  </p:clrMapOvr>
  <p:hf hd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772DE4-7B37-4BBF-9A7D-6A9C4C776CAE}"/>
              </a:ext>
            </a:extLst>
          </p:cNvPr>
          <p:cNvSpPr/>
          <p:nvPr/>
        </p:nvSpPr>
        <p:spPr>
          <a:xfrm>
            <a:off x="0" y="967317"/>
            <a:ext cx="12207875" cy="3124200"/>
          </a:xfrm>
          <a:prstGeom prst="rect">
            <a:avLst/>
          </a:prstGeom>
          <a:solidFill>
            <a:srgbClr val="BAB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2A8297D7-F64D-40E5-9A05-32B16C0C7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FCBA1A-7FAD-4191-9B4F-C104C0F01C31}"/>
              </a:ext>
            </a:extLst>
          </p:cNvPr>
          <p:cNvCxnSpPr/>
          <p:nvPr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36367C-A9EE-4A42-8187-82709238888C}"/>
              </a:ext>
            </a:extLst>
          </p:cNvPr>
          <p:cNvCxnSpPr/>
          <p:nvPr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6E5EE3-C0A6-45E3-B498-80B24E58FEBC}"/>
              </a:ext>
            </a:extLst>
          </p:cNvPr>
          <p:cNvCxnSpPr/>
          <p:nvPr/>
        </p:nvCxnSpPr>
        <p:spPr>
          <a:xfrm>
            <a:off x="610394" y="1454151"/>
            <a:ext cx="0" cy="2150533"/>
          </a:xfrm>
          <a:prstGeom prst="line">
            <a:avLst/>
          </a:prstGeom>
          <a:ln w="635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338" y="1173980"/>
            <a:ext cx="10762457" cy="2710827"/>
          </a:xfrm>
        </p:spPr>
        <p:txBody>
          <a:bodyPr>
            <a:no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cap="all" spc="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170F17B-552A-4993-A6F0-1A6FE33587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 dirty="0"/>
              <a:t>© 2019 Health Level Seven ® International. Licensed under Creative Commons Attribution 4.0 International</a:t>
            </a:r>
          </a:p>
          <a:p>
            <a:r>
              <a:rPr lang="en-US" b="1" dirty="0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B0BA930-B0EF-47CE-BD25-2934A0B21E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  <p:pic>
        <p:nvPicPr>
          <p:cNvPr id="14" name="Picture 13" descr="A picture containing clipart&#10;&#10;Description automatically generated">
            <a:extLst>
              <a:ext uri="{FF2B5EF4-FFF2-40B4-BE49-F238E27FC236}">
                <a16:creationId xmlns:a16="http://schemas.microsoft.com/office/drawing/2014/main" id="{CBE59F13-943D-4C46-A00E-418D8CC1FF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32632" y="6126518"/>
            <a:ext cx="386154" cy="57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153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/About HL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7D5359A-71C1-4F1C-B937-058A7F7778DA}"/>
              </a:ext>
            </a:extLst>
          </p:cNvPr>
          <p:cNvSpPr/>
          <p:nvPr/>
        </p:nvSpPr>
        <p:spPr>
          <a:xfrm>
            <a:off x="0" y="2042584"/>
            <a:ext cx="12207875" cy="3835400"/>
          </a:xfrm>
          <a:prstGeom prst="rect">
            <a:avLst/>
          </a:prstGeom>
          <a:solidFill>
            <a:srgbClr val="747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27EDEA-85E0-43BD-98D1-4E2C554ABAE4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2" y="274639"/>
            <a:ext cx="10778220" cy="1043103"/>
          </a:xfrm>
        </p:spPr>
        <p:txBody>
          <a:bodyPr>
            <a:noAutofit/>
          </a:bodyPr>
          <a:lstStyle>
            <a:lvl1pPr algn="l">
              <a:defRPr sz="4000" b="1" i="0" spc="27">
                <a:solidFill>
                  <a:srgbClr val="EC2227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261" y="2404880"/>
            <a:ext cx="5079416" cy="3272915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spcAft>
                <a:spcPts val="0"/>
              </a:spcAft>
              <a:defRPr sz="3200">
                <a:solidFill>
                  <a:schemeClr val="bg1"/>
                </a:solidFill>
              </a:defRPr>
            </a:lvl1pPr>
            <a:lvl2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2pPr>
            <a:lvl3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3pPr>
            <a:lvl4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4pPr>
            <a:lvl5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3"/>
          </p:nvPr>
        </p:nvSpPr>
        <p:spPr>
          <a:xfrm>
            <a:off x="6561210" y="2404880"/>
            <a:ext cx="5122481" cy="3272915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spcAft>
                <a:spcPts val="0"/>
              </a:spcAft>
              <a:defRPr sz="3200">
                <a:solidFill>
                  <a:schemeClr val="bg1"/>
                </a:solidFill>
              </a:defRPr>
            </a:lvl1pPr>
            <a:lvl2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2pPr>
            <a:lvl3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3pPr>
            <a:lvl4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4pPr>
            <a:lvl5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2" name="Picture 7">
            <a:extLst>
              <a:ext uri="{FF2B5EF4-FFF2-40B4-BE49-F238E27FC236}">
                <a16:creationId xmlns:a16="http://schemas.microsoft.com/office/drawing/2014/main" id="{067910ED-D018-4319-88FD-DAB2B5D4BD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B79FEF5-9CA3-4F0D-B630-32AFA2457A35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3138C42-3D0D-49E6-AEDA-875F61C1D236}"/>
              </a:ext>
            </a:extLst>
          </p:cNvPr>
          <p:cNvCxnSpPr/>
          <p:nvPr userDrawn="1"/>
        </p:nvCxnSpPr>
        <p:spPr>
          <a:xfrm>
            <a:off x="10003765" y="6333307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6C4765DB-7105-45CC-BD97-DDD21BCA1C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 dirty="0"/>
              <a:t>© 2019 Health Level Seven ® International. Licensed under Creative Commons Attribution 4.0 International</a:t>
            </a:r>
          </a:p>
          <a:p>
            <a:r>
              <a:rPr lang="en-US" b="1" dirty="0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B27C9CD6-C0E0-49A9-B421-58D41DC040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058035" y="6369115"/>
            <a:ext cx="362422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  <p:pic>
        <p:nvPicPr>
          <p:cNvPr id="16" name="Picture 15" descr="A picture containing clipart&#10;&#10;Description automatically generated">
            <a:extLst>
              <a:ext uri="{FF2B5EF4-FFF2-40B4-BE49-F238E27FC236}">
                <a16:creationId xmlns:a16="http://schemas.microsoft.com/office/drawing/2014/main" id="{ACB66CF8-832C-4CE1-9A73-924AF46E47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32632" y="6126518"/>
            <a:ext cx="386154" cy="57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389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E319CE-C3E8-4959-82B4-EDCA67B60E60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2" y="277847"/>
            <a:ext cx="2920842" cy="1039895"/>
          </a:xfrm>
        </p:spPr>
        <p:txBody>
          <a:bodyPr>
            <a:noAutofit/>
          </a:bodyPr>
          <a:lstStyle>
            <a:lvl1pPr algn="l">
              <a:defRPr sz="2667" b="1">
                <a:solidFill>
                  <a:srgbClr val="EC222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4268518" y="469592"/>
            <a:ext cx="7458249" cy="1151291"/>
          </a:xfrm>
        </p:spPr>
        <p:txBody>
          <a:bodyPr>
            <a:noAutofit/>
          </a:bodyPr>
          <a:lstStyle>
            <a:lvl1pPr marL="0" indent="0">
              <a:buNone/>
              <a:defRPr sz="4000"/>
            </a:lvl1pPr>
            <a:lvl2pPr marL="609585" indent="0">
              <a:buNone/>
              <a:defRPr sz="1733"/>
            </a:lvl2pPr>
            <a:lvl3pPr marL="1219170" indent="0">
              <a:buNone/>
              <a:defRPr sz="1733"/>
            </a:lvl3pPr>
            <a:lvl4pPr marL="1828754" indent="0">
              <a:buNone/>
              <a:defRPr sz="1733"/>
            </a:lvl4pPr>
            <a:lvl5pPr marL="2438339" indent="0">
              <a:buNone/>
              <a:defRPr sz="1733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/>
          </p:nvPr>
        </p:nvSpPr>
        <p:spPr>
          <a:xfrm>
            <a:off x="4268518" y="3956147"/>
            <a:ext cx="2135966" cy="504979"/>
          </a:xfrm>
        </p:spPr>
        <p:txBody>
          <a:bodyPr anchor="b">
            <a:noAutofit/>
          </a:bodyPr>
          <a:lstStyle>
            <a:lvl1pPr marL="0" indent="0">
              <a:buNone/>
              <a:defRPr sz="1600" b="1"/>
            </a:lvl1pPr>
            <a:lvl2pPr marL="609585" indent="0">
              <a:buNone/>
              <a:defRPr sz="1600"/>
            </a:lvl2pPr>
            <a:lvl3pPr marL="1219170" indent="0">
              <a:buNone/>
              <a:defRPr sz="1600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268519" y="2036064"/>
            <a:ext cx="2135964" cy="1772501"/>
          </a:xfrm>
        </p:spPr>
        <p:txBody>
          <a:bodyPr rtlCol="0"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6"/>
          </p:nvPr>
        </p:nvSpPr>
        <p:spPr>
          <a:xfrm>
            <a:off x="4268518" y="4546695"/>
            <a:ext cx="2135966" cy="1259171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  <a:lvl2pPr marL="609585" indent="0">
              <a:buNone/>
              <a:defRPr sz="1600"/>
            </a:lvl2pPr>
            <a:lvl3pPr marL="1219170" indent="0">
              <a:buNone/>
              <a:defRPr sz="1600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8"/>
          <p:cNvSpPr>
            <a:spLocks noGrp="1"/>
          </p:cNvSpPr>
          <p:nvPr>
            <p:ph type="body" sz="quarter" idx="17"/>
          </p:nvPr>
        </p:nvSpPr>
        <p:spPr>
          <a:xfrm>
            <a:off x="9590830" y="3956147"/>
            <a:ext cx="2135966" cy="504979"/>
          </a:xfrm>
        </p:spPr>
        <p:txBody>
          <a:bodyPr anchor="b">
            <a:noAutofit/>
          </a:bodyPr>
          <a:lstStyle>
            <a:lvl1pPr marL="0" indent="0">
              <a:buNone/>
              <a:defRPr sz="1600" b="1"/>
            </a:lvl1pPr>
            <a:lvl2pPr marL="609585" indent="0">
              <a:buNone/>
              <a:defRPr sz="1600"/>
            </a:lvl2pPr>
            <a:lvl3pPr marL="1219170" indent="0">
              <a:buNone/>
              <a:defRPr sz="1600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0"/>
          <p:cNvSpPr>
            <a:spLocks noGrp="1"/>
          </p:cNvSpPr>
          <p:nvPr>
            <p:ph type="pic" sz="quarter" idx="18"/>
          </p:nvPr>
        </p:nvSpPr>
        <p:spPr>
          <a:xfrm>
            <a:off x="9590831" y="2036064"/>
            <a:ext cx="2135964" cy="1772501"/>
          </a:xfrm>
        </p:spPr>
        <p:txBody>
          <a:bodyPr rtlCol="0"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1" name="Text Placeholder 18"/>
          <p:cNvSpPr>
            <a:spLocks noGrp="1"/>
          </p:cNvSpPr>
          <p:nvPr>
            <p:ph type="body" sz="quarter" idx="19"/>
          </p:nvPr>
        </p:nvSpPr>
        <p:spPr>
          <a:xfrm>
            <a:off x="9590830" y="4546695"/>
            <a:ext cx="2135966" cy="1259171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  <a:lvl2pPr marL="609585" indent="0">
              <a:buNone/>
              <a:defRPr sz="1600"/>
            </a:lvl2pPr>
            <a:lvl3pPr marL="1219170" indent="0">
              <a:buNone/>
              <a:defRPr sz="1600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8"/>
          <p:cNvSpPr>
            <a:spLocks noGrp="1"/>
          </p:cNvSpPr>
          <p:nvPr>
            <p:ph type="body" sz="quarter" idx="20"/>
          </p:nvPr>
        </p:nvSpPr>
        <p:spPr>
          <a:xfrm>
            <a:off x="6926452" y="3956147"/>
            <a:ext cx="2135966" cy="504979"/>
          </a:xfrm>
        </p:spPr>
        <p:txBody>
          <a:bodyPr anchor="b">
            <a:noAutofit/>
          </a:bodyPr>
          <a:lstStyle>
            <a:lvl1pPr marL="0" indent="0">
              <a:buNone/>
              <a:defRPr sz="1600" b="1"/>
            </a:lvl1pPr>
            <a:lvl2pPr marL="609585" indent="0">
              <a:buNone/>
              <a:defRPr sz="1600"/>
            </a:lvl2pPr>
            <a:lvl3pPr marL="1219170" indent="0">
              <a:buNone/>
              <a:defRPr sz="1600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20"/>
          <p:cNvSpPr>
            <a:spLocks noGrp="1"/>
          </p:cNvSpPr>
          <p:nvPr>
            <p:ph type="pic" sz="quarter" idx="21"/>
          </p:nvPr>
        </p:nvSpPr>
        <p:spPr>
          <a:xfrm>
            <a:off x="6926453" y="2036064"/>
            <a:ext cx="2135964" cy="1772501"/>
          </a:xfrm>
        </p:spPr>
        <p:txBody>
          <a:bodyPr rtlCol="0"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4" name="Text Placeholder 18"/>
          <p:cNvSpPr>
            <a:spLocks noGrp="1"/>
          </p:cNvSpPr>
          <p:nvPr>
            <p:ph type="body" sz="quarter" idx="22"/>
          </p:nvPr>
        </p:nvSpPr>
        <p:spPr>
          <a:xfrm>
            <a:off x="6926452" y="4546695"/>
            <a:ext cx="2135966" cy="1259171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  <a:lvl2pPr marL="609585" indent="0">
              <a:buNone/>
              <a:defRPr sz="1600"/>
            </a:lvl2pPr>
            <a:lvl3pPr marL="1219170" indent="0">
              <a:buNone/>
              <a:defRPr sz="1600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8" name="Picture 7">
            <a:extLst>
              <a:ext uri="{FF2B5EF4-FFF2-40B4-BE49-F238E27FC236}">
                <a16:creationId xmlns:a16="http://schemas.microsoft.com/office/drawing/2014/main" id="{A1F7B16F-FA00-4CF8-85FF-23562FF8C5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7A3F6A3-4446-4B1D-8AE4-E339A1D12BF5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C165DAB-93B1-47DA-9A7A-30183B302BFA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86364F0F-A2BB-480B-88A7-F417480722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 dirty="0"/>
              <a:t>© 2019 Health Level Seven ® International. Licensed under Creative Commons Attribution 4.0 International</a:t>
            </a:r>
          </a:p>
          <a:p>
            <a:r>
              <a:rPr lang="en-US" b="1" dirty="0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CF4B7E0D-AED0-4F82-A3F4-D689786256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412509"/>
            <a:ext cx="362422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  <p:pic>
        <p:nvPicPr>
          <p:cNvPr id="23" name="Picture 22" descr="A picture containing clipart&#10;&#10;Description automatically generated">
            <a:extLst>
              <a:ext uri="{FF2B5EF4-FFF2-40B4-BE49-F238E27FC236}">
                <a16:creationId xmlns:a16="http://schemas.microsoft.com/office/drawing/2014/main" id="{A25728B7-8FFE-40C0-AB9D-40D2DD1AC2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32632" y="6126518"/>
            <a:ext cx="386154" cy="57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9511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2036064"/>
            <a:ext cx="10986130" cy="3905389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3C98D77-F5F9-4313-9DC7-5F790F5F2129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 dirty="0"/>
              <a:t>© 2019 Health Level Seven ® International. Licensed under Creative Commons Attribution 4.0 International</a:t>
            </a:r>
          </a:p>
          <a:p>
            <a:r>
              <a:rPr lang="en-US" b="1" dirty="0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87358656-6BAF-4839-9468-448334EC23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30454" y="6411413"/>
            <a:ext cx="362422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  <p:pic>
        <p:nvPicPr>
          <p:cNvPr id="14" name="Picture 13" descr="A picture containing clipart&#10;&#10;Description automatically generated">
            <a:extLst>
              <a:ext uri="{FF2B5EF4-FFF2-40B4-BE49-F238E27FC236}">
                <a16:creationId xmlns:a16="http://schemas.microsoft.com/office/drawing/2014/main" id="{1D4044F2-6A45-477E-B227-F6CDA6A5B0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32632" y="6126518"/>
            <a:ext cx="386154" cy="57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0648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3C98D77-F5F9-4313-9DC7-5F790F5F2129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 dirty="0"/>
              <a:t>© 2019 Health Level Seven ® International. Licensed under Creative Commons Attribution 4.0 International</a:t>
            </a:r>
          </a:p>
          <a:p>
            <a:r>
              <a:rPr lang="en-US" b="1" dirty="0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87358656-6BAF-4839-9468-448334EC23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30454" y="6411413"/>
            <a:ext cx="362422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  <p:pic>
        <p:nvPicPr>
          <p:cNvPr id="14" name="Picture 13" descr="A picture containing clipart&#10;&#10;Description automatically generated">
            <a:extLst>
              <a:ext uri="{FF2B5EF4-FFF2-40B4-BE49-F238E27FC236}">
                <a16:creationId xmlns:a16="http://schemas.microsoft.com/office/drawing/2014/main" id="{1D4044F2-6A45-477E-B227-F6CDA6A5B0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32632" y="6126518"/>
            <a:ext cx="386154" cy="57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65475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with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66D48E-528D-484A-A925-566493FD62D7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2" y="277847"/>
            <a:ext cx="2999205" cy="1039895"/>
          </a:xfrm>
        </p:spPr>
        <p:txBody>
          <a:bodyPr>
            <a:noAutofit/>
          </a:bodyPr>
          <a:lstStyle>
            <a:lvl1pPr algn="l">
              <a:defRPr sz="2667" b="1">
                <a:solidFill>
                  <a:srgbClr val="EC222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4268518" y="469592"/>
            <a:ext cx="7458249" cy="1151291"/>
          </a:xfrm>
        </p:spPr>
        <p:txBody>
          <a:bodyPr>
            <a:noAutofit/>
          </a:bodyPr>
          <a:lstStyle>
            <a:lvl1pPr marL="0" indent="0">
              <a:buNone/>
              <a:defRPr sz="4000"/>
            </a:lvl1pPr>
            <a:lvl2pPr marL="609585" indent="0">
              <a:buNone/>
              <a:defRPr sz="1733"/>
            </a:lvl2pPr>
            <a:lvl3pPr marL="1219170" indent="0">
              <a:buNone/>
              <a:defRPr sz="1733"/>
            </a:lvl3pPr>
            <a:lvl4pPr marL="1828754" indent="0">
              <a:buNone/>
              <a:defRPr sz="1733"/>
            </a:lvl4pPr>
            <a:lvl5pPr marL="2438339" indent="0">
              <a:buNone/>
              <a:defRPr sz="1733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9263" y="2036064"/>
            <a:ext cx="5179151" cy="3359025"/>
          </a:xfrm>
        </p:spPr>
        <p:txBody>
          <a:bodyPr>
            <a:noAutofit/>
          </a:bodyPr>
          <a:lstStyle>
            <a:lvl1pPr marL="243834" indent="-243834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6425853" y="2036064"/>
            <a:ext cx="5178398" cy="3359025"/>
          </a:xfrm>
        </p:spPr>
        <p:txBody>
          <a:bodyPr>
            <a:noAutofit/>
          </a:bodyPr>
          <a:lstStyle>
            <a:lvl1pPr marL="243834" indent="-243834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3" name="Picture 7">
            <a:extLst>
              <a:ext uri="{FF2B5EF4-FFF2-40B4-BE49-F238E27FC236}">
                <a16:creationId xmlns:a16="http://schemas.microsoft.com/office/drawing/2014/main" id="{6706B998-D951-4F97-BE9F-3BD5E5624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75F1D15-790E-4D43-B620-7A5D6CBCA9E0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8FD0DB0-BF01-4579-921F-67BE5D8B0BF0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1B1954A0-3B1F-45BD-8FA9-A147587702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 dirty="0"/>
              <a:t>© 2019 Health Level Seven ® International. Licensed under Creative Commons Attribution 4.0 International</a:t>
            </a:r>
          </a:p>
          <a:p>
            <a:r>
              <a:rPr lang="en-US" b="1" dirty="0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B51710B4-0861-40EE-BAF9-A32A1CE164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96033"/>
            <a:ext cx="362422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  <p:pic>
        <p:nvPicPr>
          <p:cNvPr id="16" name="Picture 15" descr="A picture containing clipart&#10;&#10;Description automatically generated">
            <a:extLst>
              <a:ext uri="{FF2B5EF4-FFF2-40B4-BE49-F238E27FC236}">
                <a16:creationId xmlns:a16="http://schemas.microsoft.com/office/drawing/2014/main" id="{64BF9242-E8C9-4014-A4C2-51663B50DF7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32632" y="6126518"/>
            <a:ext cx="386154" cy="57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46884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CD3726-52B7-4D64-8B2A-E9ECFDF6DFE8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2" y="277847"/>
            <a:ext cx="10864429" cy="1039895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9264" y="2036064"/>
            <a:ext cx="3519256" cy="3359025"/>
          </a:xfrm>
        </p:spPr>
        <p:txBody>
          <a:bodyPr>
            <a:noAutofit/>
          </a:bodyPr>
          <a:lstStyle>
            <a:lvl1pPr marL="0" indent="0">
              <a:spcBef>
                <a:spcPts val="800"/>
              </a:spcBef>
              <a:spcAft>
                <a:spcPts val="800"/>
              </a:spcAft>
              <a:buNone/>
              <a:defRPr sz="32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8207539" y="2036064"/>
            <a:ext cx="3519256" cy="3359025"/>
          </a:xfrm>
        </p:spPr>
        <p:txBody>
          <a:bodyPr>
            <a:noAutofit/>
          </a:bodyPr>
          <a:lstStyle>
            <a:lvl1pPr marL="0" indent="0">
              <a:spcBef>
                <a:spcPts val="800"/>
              </a:spcBef>
              <a:spcAft>
                <a:spcPts val="800"/>
              </a:spcAft>
              <a:buNone/>
              <a:defRPr sz="32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4510179" y="2036064"/>
            <a:ext cx="3519256" cy="3359025"/>
          </a:xfrm>
        </p:spPr>
        <p:txBody>
          <a:bodyPr>
            <a:noAutofit/>
          </a:bodyPr>
          <a:lstStyle>
            <a:lvl1pPr marL="0" indent="0">
              <a:spcBef>
                <a:spcPts val="800"/>
              </a:spcBef>
              <a:spcAft>
                <a:spcPts val="800"/>
              </a:spcAft>
              <a:buNone/>
              <a:defRPr sz="32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7">
            <a:extLst>
              <a:ext uri="{FF2B5EF4-FFF2-40B4-BE49-F238E27FC236}">
                <a16:creationId xmlns:a16="http://schemas.microsoft.com/office/drawing/2014/main" id="{604E4302-EBCD-43F8-87C1-3B809E0D7B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02F4A6A-E078-44C5-8E0D-7BCEDBC74B2C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019E297-7697-47A9-81FB-2A72209EB648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3E9F65D5-F0E8-4EA4-B4AD-024D025D40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 dirty="0"/>
              <a:t>© 2019 Health Level Seven ® International. Licensed under Creative Commons Attribution 4.0 International</a:t>
            </a:r>
          </a:p>
          <a:p>
            <a:r>
              <a:rPr lang="en-US" b="1" dirty="0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953908D7-AAD6-4959-A912-FDB612681F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96033"/>
            <a:ext cx="362422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  <p:pic>
        <p:nvPicPr>
          <p:cNvPr id="16" name="Picture 15" descr="A picture containing clipart&#10;&#10;Description automatically generated">
            <a:extLst>
              <a:ext uri="{FF2B5EF4-FFF2-40B4-BE49-F238E27FC236}">
                <a16:creationId xmlns:a16="http://schemas.microsoft.com/office/drawing/2014/main" id="{D1FC6923-967C-4866-ADFC-41A7D0559F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32632" y="6126518"/>
            <a:ext cx="386154" cy="57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9097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>
            <a:extLst>
              <a:ext uri="{FF2B5EF4-FFF2-40B4-BE49-F238E27FC236}">
                <a16:creationId xmlns:a16="http://schemas.microsoft.com/office/drawing/2014/main" id="{57877E05-DEA4-4FC5-879E-20570832F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132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5C8F04-F07B-4668-9F9F-8BDD89357081}"/>
              </a:ext>
            </a:extLst>
          </p:cNvPr>
          <p:cNvCxnSpPr/>
          <p:nvPr/>
        </p:nvCxnSpPr>
        <p:spPr>
          <a:xfrm>
            <a:off x="5421483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19A212-4F29-4E75-A434-E7B0CFE2C07F}"/>
              </a:ext>
            </a:extLst>
          </p:cNvPr>
          <p:cNvCxnSpPr/>
          <p:nvPr/>
        </p:nvCxnSpPr>
        <p:spPr>
          <a:xfrm>
            <a:off x="4300309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0178" y="273050"/>
            <a:ext cx="7216615" cy="1044692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0179" y="2036062"/>
            <a:ext cx="7216616" cy="3684423"/>
          </a:xfrm>
        </p:spPr>
        <p:txBody>
          <a:bodyPr>
            <a:noAutofit/>
          </a:bodyPr>
          <a:lstStyle>
            <a:lvl1pPr marL="0" indent="0">
              <a:spcBef>
                <a:spcPts val="800"/>
              </a:spcBef>
              <a:spcAft>
                <a:spcPts val="0"/>
              </a:spcAft>
              <a:buNone/>
              <a:defRPr sz="32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4039620" cy="6858000"/>
          </a:xfrm>
        </p:spPr>
        <p:txBody>
          <a:bodyPr rtlCol="0" anchor="ctr"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0BB96CA-A2ED-4646-843D-EEE743521AE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716084" y="6383867"/>
            <a:ext cx="4143471" cy="2667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/>
              <a:t>© 2019 Health Level Seven ® International. Licensed under Creative Commons Attribution 4.0 International HL7, Health Level Seven, FHIR and the FHIR flame logo are registered trademarks of Health Level Seven International. Reg. U.S. TM Office.</a:t>
            </a:r>
            <a:endParaRPr lang="en-US" b="1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C7035E-9192-4B77-84BD-DB09E8D8D0D5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3A1335D0-084F-4898-B8A1-A485E3328A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96033"/>
            <a:ext cx="362422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  <p:pic>
        <p:nvPicPr>
          <p:cNvPr id="22" name="Picture 21" descr="A picture containing clipart&#10;&#10;Description automatically generated">
            <a:extLst>
              <a:ext uri="{FF2B5EF4-FFF2-40B4-BE49-F238E27FC236}">
                <a16:creationId xmlns:a16="http://schemas.microsoft.com/office/drawing/2014/main" id="{49C06DB7-30F5-4F0E-9F86-4F4CFAE6B0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32632" y="6126518"/>
            <a:ext cx="386154" cy="57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638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7">
            <a:extLst>
              <a:ext uri="{FF2B5EF4-FFF2-40B4-BE49-F238E27FC236}">
                <a16:creationId xmlns:a16="http://schemas.microsoft.com/office/drawing/2014/main" id="{438007AB-9407-42C5-AF1D-FDCF3B49A2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832B80-8B2A-4954-A529-4265A63CAB4D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E892B0C-0831-4140-965A-7EFB8731A638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36339CA-3043-4229-B59B-66EFA86460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 dirty="0"/>
              <a:t>© 2019 Health Level Seven ® International. Licensed under Creative Commons Attribution 4.0 International</a:t>
            </a:r>
          </a:p>
          <a:p>
            <a:r>
              <a:rPr lang="en-US" b="1" dirty="0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93E785D7-5D87-40DD-9617-7BFD7CC78D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96033"/>
            <a:ext cx="362422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  <p:pic>
        <p:nvPicPr>
          <p:cNvPr id="13" name="Picture 12" descr="A picture containing clipart&#10;&#10;Description automatically generated">
            <a:extLst>
              <a:ext uri="{FF2B5EF4-FFF2-40B4-BE49-F238E27FC236}">
                <a16:creationId xmlns:a16="http://schemas.microsoft.com/office/drawing/2014/main" id="{6714379B-79D8-4E01-A174-5D4B00882B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32632" y="6126518"/>
            <a:ext cx="386154" cy="57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69597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2594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5"/>
          <p:cNvSpPr>
            <a:spLocks noChangeShapeType="1"/>
          </p:cNvSpPr>
          <p:nvPr userDrawn="1"/>
        </p:nvSpPr>
        <p:spPr bwMode="auto">
          <a:xfrm>
            <a:off x="953015" y="3790167"/>
            <a:ext cx="10279538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 sz="1800"/>
          </a:p>
        </p:txBody>
      </p:sp>
      <p:pic>
        <p:nvPicPr>
          <p:cNvPr id="5" name="Picture 4" descr="Creative Commons Licenc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524" y="6192777"/>
            <a:ext cx="839291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 userDrawn="1"/>
        </p:nvSpPr>
        <p:spPr bwMode="auto">
          <a:xfrm>
            <a:off x="624204" y="1556792"/>
            <a:ext cx="11151739" cy="144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" name="Picture 13" descr="HL7 International Logo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34" y="304800"/>
            <a:ext cx="1111194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1697" y="836712"/>
            <a:ext cx="8844483" cy="2592288"/>
          </a:xfrm>
        </p:spPr>
        <p:txBody>
          <a:bodyPr/>
          <a:lstStyle>
            <a:lvl1pPr algn="ctr">
              <a:defRPr sz="56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11" name="Rectangle 10"/>
          <p:cNvSpPr/>
          <p:nvPr userDrawn="1"/>
        </p:nvSpPr>
        <p:spPr bwMode="auto">
          <a:xfrm>
            <a:off x="10814587" y="5717759"/>
            <a:ext cx="1057492" cy="7920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831181" y="3962400"/>
            <a:ext cx="8545513" cy="1873251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2035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932" y="332657"/>
            <a:ext cx="9300094" cy="1152000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662" y="1828800"/>
            <a:ext cx="11190552" cy="46245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661" y="6304236"/>
            <a:ext cx="961357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08889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 bwMode="auto">
          <a:xfrm>
            <a:off x="10515834" y="5565993"/>
            <a:ext cx="1345900" cy="9361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338" y="4406901"/>
            <a:ext cx="10376694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4338" y="2906713"/>
            <a:ext cx="10376694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13" descr="HL7 International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34" y="304800"/>
            <a:ext cx="1111194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C108A-7415-F748-BC28-935EE8FA8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9661" y="6304236"/>
            <a:ext cx="961357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723880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431934" y="252899"/>
            <a:ext cx="11440146" cy="626469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661" y="6304236"/>
            <a:ext cx="961357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1934" y="332658"/>
            <a:ext cx="8748347" cy="118014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3535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431934" y="252899"/>
            <a:ext cx="11440146" cy="626469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661" y="6304236"/>
            <a:ext cx="961357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1934" y="332658"/>
            <a:ext cx="8748347" cy="118014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765610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661" y="1828800"/>
            <a:ext cx="5493544" cy="46245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670" y="1828800"/>
            <a:ext cx="5493544" cy="46245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661" y="6304236"/>
            <a:ext cx="961357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77520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431934" y="252899"/>
            <a:ext cx="11440146" cy="626469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661" y="6304236"/>
            <a:ext cx="961357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1934" y="332658"/>
            <a:ext cx="8748347" cy="118014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059862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431934" y="252899"/>
            <a:ext cx="11440146" cy="626469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661" y="6304236"/>
            <a:ext cx="961357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1934" y="332658"/>
            <a:ext cx="8748347" cy="118014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1371210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431934" y="252899"/>
            <a:ext cx="11440146" cy="626469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661" y="6304236"/>
            <a:ext cx="961357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1934" y="332658"/>
            <a:ext cx="8748347" cy="118014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932054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431934" y="252899"/>
            <a:ext cx="11440146" cy="626469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661" y="6304236"/>
            <a:ext cx="961357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1934" y="332658"/>
            <a:ext cx="8748347" cy="118014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899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9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0.xml"/><Relationship Id="rId21" Type="http://schemas.openxmlformats.org/officeDocument/2006/relationships/slideLayout" Target="../slideLayouts/slideLayout58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20" Type="http://schemas.openxmlformats.org/officeDocument/2006/relationships/slideLayout" Target="../slideLayouts/slideLayout57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6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Relationship Id="rId2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767761" y="404814"/>
            <a:ext cx="10930676" cy="1285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67761" y="1825625"/>
            <a:ext cx="10930676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CH" dirty="0"/>
              <a:t>Mastertextformat bearbeiten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  <a:endParaRPr lang="de-DE" dirty="0"/>
          </a:p>
        </p:txBody>
      </p:sp>
      <p:sp>
        <p:nvSpPr>
          <p:cNvPr id="13" name="Fußzeilenplatzhalter 12"/>
          <p:cNvSpPr>
            <a:spLocks noGrp="1"/>
          </p:cNvSpPr>
          <p:nvPr>
            <p:ph type="ftr" sz="quarter" idx="3"/>
          </p:nvPr>
        </p:nvSpPr>
        <p:spPr>
          <a:xfrm>
            <a:off x="767761" y="6228001"/>
            <a:ext cx="4120158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600" baseline="0">
                <a:solidFill>
                  <a:schemeClr val="tx1"/>
                </a:solidFill>
                <a:latin typeface="Glober Regular" charset="0"/>
              </a:defRPr>
            </a:lvl1pPr>
          </a:lstStyle>
          <a:p>
            <a:r>
              <a:rPr lang="de-DE" dirty="0" err="1"/>
              <a:t>Ahdis</a:t>
            </a:r>
            <a:r>
              <a:rPr lang="de-DE" dirty="0"/>
              <a:t> </a:t>
            </a:r>
            <a:r>
              <a:rPr lang="de-DE" dirty="0" err="1"/>
              <a:t>gmbh</a:t>
            </a:r>
            <a:r>
              <a:rPr lang="de-DE" dirty="0"/>
              <a:t>, </a:t>
            </a:r>
            <a:r>
              <a:rPr lang="de-DE" dirty="0" err="1"/>
              <a:t>zürich</a:t>
            </a:r>
            <a:r>
              <a:rPr lang="de-DE" dirty="0"/>
              <a:t>, </a:t>
            </a:r>
            <a:r>
              <a:rPr lang="de-DE" dirty="0" err="1"/>
              <a:t>switzerland</a:t>
            </a:r>
            <a:r>
              <a:rPr lang="de-DE" dirty="0"/>
              <a:t>, </a:t>
            </a:r>
            <a:r>
              <a:rPr lang="de-CH" dirty="0"/>
              <a:t>27/11/2015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2311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75" r:id="rId7"/>
    <p:sldLayoutId id="2147483916" r:id="rId8"/>
    <p:sldLayoutId id="2147483931" r:id="rId9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 baseline="0">
          <a:solidFill>
            <a:schemeClr val="tx1"/>
          </a:solidFill>
          <a:latin typeface="Glober xBold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/>
        <a:buChar char="•"/>
        <a:defRPr sz="2800" kern="1200" baseline="0">
          <a:solidFill>
            <a:schemeClr val="tx1"/>
          </a:solidFill>
          <a:latin typeface="Glober Regular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Glober Regular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Glober Regular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Glober Regular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/>
        <a:buChar char="•"/>
        <a:defRPr sz="1200" kern="1200" baseline="0">
          <a:solidFill>
            <a:schemeClr val="tx1"/>
          </a:solidFill>
          <a:latin typeface="Glober Regular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pos="483">
          <p15:clr>
            <a:srgbClr val="F26B43"/>
          </p15:clr>
        </p15:guide>
        <p15:guide id="3" orient="horz" pos="3838">
          <p15:clr>
            <a:srgbClr val="F26B43"/>
          </p15:clr>
        </p15:guide>
        <p15:guide id="4" pos="3840">
          <p15:clr>
            <a:srgbClr val="F26B43"/>
          </p15:clr>
        </p15:guide>
        <p15:guide id="5" pos="7355">
          <p15:clr>
            <a:srgbClr val="F26B43"/>
          </p15:clr>
        </p15:guide>
        <p15:guide id="6" orient="horz" pos="21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686693" y="304801"/>
            <a:ext cx="10885355" cy="1219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693" y="1828800"/>
            <a:ext cx="11190552" cy="3883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78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300395" y="6477000"/>
            <a:ext cx="111905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700">
                <a:solidFill>
                  <a:srgbClr val="747679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786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44883" y="6477000"/>
            <a:ext cx="33063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800"/>
            </a:lvl1pPr>
          </a:lstStyle>
          <a:p>
            <a:fld id="{DD8FDF0E-2772-4D89-9F72-F3CB15D8B8A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66474" y="6468450"/>
            <a:ext cx="6504654" cy="2371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700">
                <a:solidFill>
                  <a:srgbClr val="747679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kern="0"/>
              <a:t>® Health Level Seven and HL7 are registered trademarks of Health Level Seven International, registered with the United States Patent and Trademark Office.</a:t>
            </a:r>
            <a:endParaRPr lang="en-US" kern="0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11444883" y="6477000"/>
            <a:ext cx="344846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2B008D-63F7-4C25-B01D-C0BD26A3FBEF}"/>
              </a:ext>
            </a:extLst>
          </p:cNvPr>
          <p:cNvCxnSpPr/>
          <p:nvPr userDrawn="1"/>
        </p:nvCxnSpPr>
        <p:spPr>
          <a:xfrm>
            <a:off x="2210442" y="6248400"/>
            <a:ext cx="0" cy="457200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82B51C9-0789-437B-AD1E-1888E9141F81}"/>
              </a:ext>
            </a:extLst>
          </p:cNvPr>
          <p:cNvCxnSpPr/>
          <p:nvPr userDrawn="1"/>
        </p:nvCxnSpPr>
        <p:spPr>
          <a:xfrm>
            <a:off x="11444883" y="6477000"/>
            <a:ext cx="344846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ED14BA97-088A-4FBB-85B8-D858E10824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00" r="194" b="24804"/>
          <a:stretch/>
        </p:blipFill>
        <p:spPr>
          <a:xfrm>
            <a:off x="689172" y="6203384"/>
            <a:ext cx="1441875" cy="53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469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67" r:id="rId2"/>
    <p:sldLayoutId id="2147483869" r:id="rId3"/>
    <p:sldLayoutId id="2147483870" r:id="rId4"/>
    <p:sldLayoutId id="2147483873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4" r:id="rId12"/>
    <p:sldLayoutId id="2147483915" r:id="rId13"/>
    <p:sldLayoutId id="2147483917" r:id="rId14"/>
    <p:sldLayoutId id="2147483924" r:id="rId15"/>
    <p:sldLayoutId id="2147483929" r:id="rId16"/>
    <p:sldLayoutId id="2147483930" r:id="rId17"/>
  </p:sldLayoutIdLst>
  <p:hf hdr="0"/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EC2227"/>
        </a:buClr>
        <a:buSzPct val="82000"/>
        <a:buFont typeface="Wingdings" charset="2"/>
        <a:buChar char="§"/>
        <a:defRPr sz="31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EC2227"/>
        </a:buClr>
        <a:buSzPct val="80000"/>
        <a:buFont typeface="Lucida Grande"/>
        <a:buChar char="-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EC2227"/>
        </a:buClr>
        <a:buSzPct val="58000"/>
        <a:buFont typeface="Wingdings" charset="2"/>
        <a:buChar char="Ø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EC2227"/>
        </a:buClr>
        <a:buFont typeface="Wingdings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EC2227"/>
        </a:buClr>
        <a:buSzPct val="85000"/>
        <a:buFont typeface="Wingdings" charset="2"/>
        <a:buChar char="ü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" pitchFamily="2" charset="2"/>
        <a:buChar char="ü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" pitchFamily="2" charset="2"/>
        <a:buChar char="ü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" pitchFamily="2" charset="2"/>
        <a:buChar char="ü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" pitchFamily="2" charset="2"/>
        <a:buChar char="ü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15"/>
          <p:cNvSpPr txBox="1">
            <a:spLocks noChangeArrowheads="1"/>
          </p:cNvSpPr>
          <p:nvPr/>
        </p:nvSpPr>
        <p:spPr bwMode="auto">
          <a:xfrm>
            <a:off x="457200" y="6300788"/>
            <a:ext cx="8929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r>
              <a:rPr lang="de-DE" sz="1400" dirty="0">
                <a:solidFill>
                  <a:srgbClr val="697D91"/>
                </a:solidFill>
                <a:latin typeface="Lucida Sans" pitchFamily="34" charset="0"/>
              </a:rPr>
              <a:t>Berner Fachhochschule | Haute </a:t>
            </a:r>
            <a:r>
              <a:rPr lang="de-DE" sz="1400" dirty="0" err="1">
                <a:solidFill>
                  <a:srgbClr val="697D91"/>
                </a:solidFill>
                <a:latin typeface="Lucida Sans" pitchFamily="34" charset="0"/>
              </a:rPr>
              <a:t>école</a:t>
            </a:r>
            <a:r>
              <a:rPr lang="de-DE" sz="1400" dirty="0">
                <a:solidFill>
                  <a:srgbClr val="697D91"/>
                </a:solidFill>
                <a:latin typeface="Lucida Sans" pitchFamily="34" charset="0"/>
              </a:rPr>
              <a:t> </a:t>
            </a:r>
            <a:r>
              <a:rPr lang="de-DE" sz="1400" dirty="0" err="1">
                <a:solidFill>
                  <a:srgbClr val="697D91"/>
                </a:solidFill>
                <a:latin typeface="Lucida Sans" pitchFamily="34" charset="0"/>
              </a:rPr>
              <a:t>spécialisée</a:t>
            </a:r>
            <a:r>
              <a:rPr lang="de-DE" sz="1400" dirty="0">
                <a:solidFill>
                  <a:srgbClr val="697D91"/>
                </a:solidFill>
                <a:latin typeface="Lucida Sans" pitchFamily="34" charset="0"/>
              </a:rPr>
              <a:t> </a:t>
            </a:r>
            <a:r>
              <a:rPr lang="de-DE" sz="1400" dirty="0" err="1">
                <a:solidFill>
                  <a:srgbClr val="697D91"/>
                </a:solidFill>
                <a:latin typeface="Lucida Sans" pitchFamily="34" charset="0"/>
              </a:rPr>
              <a:t>bernoise</a:t>
            </a:r>
            <a:r>
              <a:rPr lang="de-DE" sz="1400" dirty="0">
                <a:solidFill>
                  <a:srgbClr val="697D91"/>
                </a:solidFill>
                <a:latin typeface="Lucida Sans" pitchFamily="34" charset="0"/>
              </a:rPr>
              <a:t> | Bern University </a:t>
            </a:r>
            <a:r>
              <a:rPr lang="de-DE" sz="1400" dirty="0" err="1">
                <a:solidFill>
                  <a:srgbClr val="697D91"/>
                </a:solidFill>
                <a:latin typeface="Lucida Sans" pitchFamily="34" charset="0"/>
              </a:rPr>
              <a:t>of</a:t>
            </a:r>
            <a:r>
              <a:rPr lang="de-DE" sz="1400" dirty="0">
                <a:solidFill>
                  <a:srgbClr val="697D91"/>
                </a:solidFill>
                <a:latin typeface="Lucida Sans" pitchFamily="34" charset="0"/>
              </a:rPr>
              <a:t> Applied </a:t>
            </a:r>
            <a:r>
              <a:rPr lang="de-DE" sz="1400" dirty="0" err="1">
                <a:solidFill>
                  <a:srgbClr val="697D91"/>
                </a:solidFill>
                <a:latin typeface="Lucida Sans" pitchFamily="34" charset="0"/>
              </a:rPr>
              <a:t>Sciences</a:t>
            </a:r>
            <a:endParaRPr lang="de-DE" sz="1400" dirty="0">
              <a:solidFill>
                <a:srgbClr val="697D91"/>
              </a:solidFill>
              <a:latin typeface="Lucida Sans" pitchFamily="34" charset="0"/>
            </a:endParaRPr>
          </a:p>
        </p:txBody>
      </p:sp>
      <p:sp>
        <p:nvSpPr>
          <p:cNvPr id="2" name="Rechteck 1"/>
          <p:cNvSpPr/>
          <p:nvPr/>
        </p:nvSpPr>
        <p:spPr>
          <a:xfrm>
            <a:off x="0" y="0"/>
            <a:ext cx="12207875" cy="6858000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8748713" y="6300788"/>
            <a:ext cx="28495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smtClean="0">
                <a:solidFill>
                  <a:schemeClr val="tx1">
                    <a:tint val="75000"/>
                  </a:schemeClr>
                </a:solidFill>
                <a:latin typeface="Lucida Sans" pitchFamily="34" charset="0"/>
              </a:defRPr>
            </a:lvl1pPr>
          </a:lstStyle>
          <a:p>
            <a:pPr>
              <a:defRPr/>
            </a:pPr>
            <a:fld id="{B7BACB64-ACD3-4495-9A64-936FBCA468A7}" type="slidenum">
              <a:rPr lang="de-CH"/>
              <a:pPr>
                <a:defRPr/>
              </a:pPr>
              <a:t>‹#›</a:t>
            </a:fld>
            <a:endParaRPr lang="de-CH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71" r:id="rId11"/>
  </p:sldLayoutIdLst>
  <p:hf sldNum="0"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F61C90A7-CCEE-4CD4-A796-FAE18E5706C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10394" y="275167"/>
            <a:ext cx="109870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34F8ABE-9AAD-4F94-B2B2-2FE8B41D284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10394" y="1600201"/>
            <a:ext cx="10987088" cy="452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AFBDA-EF00-4D5A-B47F-281125799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0394" y="5916085"/>
            <a:ext cx="2848504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fld id="{7CE3BD8C-C39F-4FFF-9CD5-05E4806DBFF3}" type="datetime1">
              <a:rPr lang="en-US" altLang="en-US" smtClean="0"/>
              <a:t>4/22/2021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53632-C492-4515-B901-41AFB25873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02284" y="6390217"/>
            <a:ext cx="6048833" cy="211667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667">
                <a:solidFill>
                  <a:srgbClr val="747679"/>
                </a:solidFill>
                <a:cs typeface="Arial" panose="020B0604020202020204" pitchFamily="34" charset="0"/>
              </a:defRPr>
            </a:lvl1pPr>
          </a:lstStyle>
          <a:p>
            <a:r>
              <a:rPr lang="en-US" b="1"/>
              <a:t>© 2019 Health Level Seven ® International. Licensed under Creative Commons Attribution 4.0 International HL7, Health Level Seven, FHIR and the FHIR flame logo are registered trademarks of Health Level Seven International. Reg. U.S. TM Office.</a:t>
            </a:r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A2006-CD71-435D-B767-98CFF7C45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1957" y="6390217"/>
            <a:ext cx="362422" cy="211667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933">
                <a:cs typeface="Arial" panose="020B0604020202020204" pitchFamily="34" charset="0"/>
              </a:defRPr>
            </a:lvl1pPr>
          </a:lstStyle>
          <a:p>
            <a:fld id="{1D7CB6CA-6139-4024-BF52-A3AF11B6BC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7647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  <p:sldLayoutId id="2147483894" r:id="rId14"/>
    <p:sldLayoutId id="2147483895" r:id="rId15"/>
    <p:sldLayoutId id="2147483896" r:id="rId16"/>
    <p:sldLayoutId id="2147483897" r:id="rId17"/>
    <p:sldLayoutId id="2147483898" r:id="rId18"/>
    <p:sldLayoutId id="2147483899" r:id="rId19"/>
    <p:sldLayoutId id="2147483900" r:id="rId20"/>
    <p:sldLayoutId id="2147483901" r:id="rId21"/>
  </p:sldLayoutIdLst>
  <p:hf hd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9pPr>
    </p:titleStyle>
    <p:bodyStyle>
      <a:lvl1pPr marL="457189" indent="-457189" algn="l" defTabSz="609585" rtl="0" eaLnBrk="1" fontAlgn="base" hangingPunct="1">
        <a:spcBef>
          <a:spcPts val="8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1pPr>
      <a:lvl2pPr marL="990575" indent="-380990" algn="l" defTabSz="609585" rtl="0" eaLnBrk="1" fontAlgn="base" hangingPunct="1">
        <a:spcBef>
          <a:spcPts val="8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2pPr>
      <a:lvl3pPr marL="1523962" indent="-304792" algn="l" defTabSz="609585" rtl="0" eaLnBrk="1" fontAlgn="base" hangingPunct="1">
        <a:spcBef>
          <a:spcPts val="8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3pPr>
      <a:lvl4pPr marL="2133547" indent="-304792" algn="l" defTabSz="609585" rtl="0" eaLnBrk="1" fontAlgn="base" hangingPunct="1">
        <a:spcBef>
          <a:spcPts val="8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4pPr>
      <a:lvl5pPr marL="2743131" indent="-304792" algn="l" defTabSz="609585" rtl="0" eaLnBrk="1" fontAlgn="base" hangingPunct="1">
        <a:spcBef>
          <a:spcPts val="8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C0A2AD-4C17-4C6F-9F91-FC0DD78FDAAA}"/>
              </a:ext>
            </a:extLst>
          </p:cNvPr>
          <p:cNvSpPr/>
          <p:nvPr/>
        </p:nvSpPr>
        <p:spPr>
          <a:xfrm>
            <a:off x="328050" y="216836"/>
            <a:ext cx="2916000" cy="90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Author</a:t>
            </a: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Dr. O. Rderplacer</a:t>
            </a: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@ Happy Doctors</a:t>
            </a:r>
          </a:p>
        </p:txBody>
      </p:sp>
      <p:sp>
        <p:nvSpPr>
          <p:cNvPr id="30" name="Shape 45">
            <a:extLst>
              <a:ext uri="{FF2B5EF4-FFF2-40B4-BE49-F238E27FC236}">
                <a16:creationId xmlns:a16="http://schemas.microsoft.com/office/drawing/2014/main" id="{51A3EA38-787A-4A53-817B-31AF3E30A992}"/>
              </a:ext>
            </a:extLst>
          </p:cNvPr>
          <p:cNvSpPr/>
          <p:nvPr/>
        </p:nvSpPr>
        <p:spPr>
          <a:xfrm>
            <a:off x="4786343" y="371516"/>
            <a:ext cx="1911727" cy="215444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400" dirty="0">
                <a:latin typeface="Verdana" panose="020B0604030504040204" pitchFamily="34" charset="0"/>
                <a:ea typeface="Verdana" panose="020B0604030504040204" pitchFamily="34" charset="0"/>
                <a:sym typeface="Arial Unicode MS"/>
              </a:rPr>
              <a:t>Radiology order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043538-7CFB-4141-800D-6BB4C91567DC}"/>
              </a:ext>
            </a:extLst>
          </p:cNvPr>
          <p:cNvSpPr/>
          <p:nvPr/>
        </p:nvSpPr>
        <p:spPr>
          <a:xfrm>
            <a:off x="8240364" y="220413"/>
            <a:ext cx="2916000" cy="90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Receiver</a:t>
            </a: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Dr. O. Rderfiller</a:t>
            </a: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@ Happy Hospital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03F5E92-39E4-4F56-95BE-617E79F2CD5B}"/>
              </a:ext>
            </a:extLst>
          </p:cNvPr>
          <p:cNvSpPr/>
          <p:nvPr/>
        </p:nvSpPr>
        <p:spPr>
          <a:xfrm>
            <a:off x="328050" y="1409354"/>
            <a:ext cx="2916000" cy="90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 Entry Person</a:t>
            </a: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D. Ataenterer</a:t>
            </a: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@ Happy Doctors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BC343A1-5359-4EF5-B63C-7F62454F55C8}"/>
              </a:ext>
            </a:extLst>
          </p:cNvPr>
          <p:cNvCxnSpPr>
            <a:cxnSpLocks/>
            <a:stCxn id="8" idx="3"/>
            <a:endCxn id="29" idx="1"/>
          </p:cNvCxnSpPr>
          <p:nvPr/>
        </p:nvCxnSpPr>
        <p:spPr>
          <a:xfrm>
            <a:off x="3244050" y="666836"/>
            <a:ext cx="4996314" cy="357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Single Corner Snipped 4">
            <a:extLst>
              <a:ext uri="{FF2B5EF4-FFF2-40B4-BE49-F238E27FC236}">
                <a16:creationId xmlns:a16="http://schemas.microsoft.com/office/drawing/2014/main" id="{DB499337-4993-4B38-936F-65F8360C7181}"/>
              </a:ext>
            </a:extLst>
          </p:cNvPr>
          <p:cNvSpPr/>
          <p:nvPr/>
        </p:nvSpPr>
        <p:spPr>
          <a:xfrm>
            <a:off x="4230171" y="840332"/>
            <a:ext cx="3595490" cy="2714922"/>
          </a:xfrm>
          <a:prstGeom prst="snip1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CH" sz="1100" b="1" kern="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Radiology order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Document Identifier: </a:t>
            </a:r>
            <a:b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51c7f7b5-8379-4afd-b02c-b7fe65c24a9c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Placer Order Identifier: 2156286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Filler Order Identifier: 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Precedent Document Identifier:</a:t>
            </a:r>
            <a:b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Date: 2021-03-15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Notification Contact Document:</a:t>
            </a:r>
            <a:b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Notification Contact Document Response:</a:t>
            </a:r>
            <a:b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Priority: routine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etc.</a:t>
            </a:r>
          </a:p>
          <a:p>
            <a:endParaRPr lang="LID4096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E1ADC3-7CBC-4C43-89C3-B9874C7A2F20}"/>
              </a:ext>
            </a:extLst>
          </p:cNvPr>
          <p:cNvSpPr/>
          <p:nvPr/>
        </p:nvSpPr>
        <p:spPr>
          <a:xfrm>
            <a:off x="328050" y="2773449"/>
            <a:ext cx="2916000" cy="90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Patient</a:t>
            </a: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S. Ufferer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D074C6-FC7A-4BEC-A1A1-1DB2655AFA68}"/>
              </a:ext>
            </a:extLst>
          </p:cNvPr>
          <p:cNvSpPr/>
          <p:nvPr/>
        </p:nvSpPr>
        <p:spPr>
          <a:xfrm>
            <a:off x="1678029" y="3608394"/>
            <a:ext cx="1980724" cy="574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Copy</a:t>
            </a:r>
            <a:r>
              <a:rPr lang="en-US" sz="1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Receiver</a:t>
            </a:r>
          </a:p>
          <a:p>
            <a:pPr algn="ctr"/>
            <a:r>
              <a:rPr lang="en-US" sz="1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S. Ufferer</a:t>
            </a:r>
            <a:endParaRPr lang="de-CH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124535-D771-4A05-8AF0-E1FC972176A3}"/>
              </a:ext>
            </a:extLst>
          </p:cNvPr>
          <p:cNvCxnSpPr>
            <a:cxnSpLocks/>
          </p:cNvCxnSpPr>
          <p:nvPr/>
        </p:nvCxnSpPr>
        <p:spPr>
          <a:xfrm>
            <a:off x="3454400" y="666836"/>
            <a:ext cx="1" cy="294155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56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C0A2AD-4C17-4C6F-9F91-FC0DD78FDAAA}"/>
              </a:ext>
            </a:extLst>
          </p:cNvPr>
          <p:cNvSpPr/>
          <p:nvPr/>
        </p:nvSpPr>
        <p:spPr>
          <a:xfrm>
            <a:off x="328050" y="216836"/>
            <a:ext cx="2916000" cy="90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Receiver</a:t>
            </a: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Dr. O. Rderplacer</a:t>
            </a: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@ Happy Doctors</a:t>
            </a:r>
          </a:p>
        </p:txBody>
      </p:sp>
      <p:sp>
        <p:nvSpPr>
          <p:cNvPr id="30" name="Shape 45">
            <a:extLst>
              <a:ext uri="{FF2B5EF4-FFF2-40B4-BE49-F238E27FC236}">
                <a16:creationId xmlns:a16="http://schemas.microsoft.com/office/drawing/2014/main" id="{51A3EA38-787A-4A53-817B-31AF3E30A992}"/>
              </a:ext>
            </a:extLst>
          </p:cNvPr>
          <p:cNvSpPr/>
          <p:nvPr/>
        </p:nvSpPr>
        <p:spPr>
          <a:xfrm>
            <a:off x="4786343" y="371516"/>
            <a:ext cx="1911727" cy="215444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400" dirty="0">
                <a:latin typeface="Verdana" panose="020B0604030504040204" pitchFamily="34" charset="0"/>
                <a:ea typeface="Verdana" panose="020B0604030504040204" pitchFamily="34" charset="0"/>
                <a:sym typeface="Arial Unicode MS"/>
              </a:rPr>
              <a:t>X-ray report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043538-7CFB-4141-800D-6BB4C91567DC}"/>
              </a:ext>
            </a:extLst>
          </p:cNvPr>
          <p:cNvSpPr/>
          <p:nvPr/>
        </p:nvSpPr>
        <p:spPr>
          <a:xfrm>
            <a:off x="8240364" y="220413"/>
            <a:ext cx="2916000" cy="90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Author</a:t>
            </a: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Dr. O. Rderfiller</a:t>
            </a: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@ Happy Hospital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BC343A1-5359-4EF5-B63C-7F62454F55C8}"/>
              </a:ext>
            </a:extLst>
          </p:cNvPr>
          <p:cNvCxnSpPr>
            <a:cxnSpLocks/>
            <a:stCxn id="29" idx="1"/>
            <a:endCxn id="8" idx="3"/>
          </p:cNvCxnSpPr>
          <p:nvPr/>
        </p:nvCxnSpPr>
        <p:spPr>
          <a:xfrm flipH="1" flipV="1">
            <a:off x="3244050" y="666836"/>
            <a:ext cx="4996314" cy="357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69C72BB8-1E45-4A7A-918F-5E59CCE06B1C}"/>
              </a:ext>
            </a:extLst>
          </p:cNvPr>
          <p:cNvSpPr/>
          <p:nvPr/>
        </p:nvSpPr>
        <p:spPr>
          <a:xfrm>
            <a:off x="4230171" y="840332"/>
            <a:ext cx="3595490" cy="2702968"/>
          </a:xfrm>
          <a:prstGeom prst="snip1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CH" sz="1100" b="1" kern="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X-ray report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Document Identifier:</a:t>
            </a:r>
            <a:b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be4a9339-396d-42a6-bbff-8da2a872a37f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Placer Order Identifier: 2156286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Filler Order Identifier: 3306177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Precedent Document Identifier:</a:t>
            </a:r>
            <a:b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51c7f7b5-8379-4afd-b02c-b7fe65c24a9c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Date: 2021-03-23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Notification Contact Document:</a:t>
            </a:r>
            <a:b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Notification Contact Document Response:</a:t>
            </a:r>
            <a:b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Priority: routine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etc.</a:t>
            </a:r>
          </a:p>
          <a:p>
            <a:endParaRPr lang="LID4096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650018-206F-4FEF-980D-CDB264ED5820}"/>
              </a:ext>
            </a:extLst>
          </p:cNvPr>
          <p:cNvSpPr/>
          <p:nvPr/>
        </p:nvSpPr>
        <p:spPr>
          <a:xfrm>
            <a:off x="8240364" y="1806857"/>
            <a:ext cx="2916000" cy="90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Patient</a:t>
            </a: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S. Ufferer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26B4EF-9301-4BC5-A20F-59E9B437181C}"/>
              </a:ext>
            </a:extLst>
          </p:cNvPr>
          <p:cNvSpPr/>
          <p:nvPr/>
        </p:nvSpPr>
        <p:spPr>
          <a:xfrm>
            <a:off x="9590342" y="2641528"/>
            <a:ext cx="1980724" cy="574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Copy</a:t>
            </a:r>
            <a:r>
              <a:rPr lang="en-US" sz="1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Receiver</a:t>
            </a:r>
          </a:p>
          <a:p>
            <a:pPr algn="ctr"/>
            <a:r>
              <a:rPr lang="en-US" sz="1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S. Ufferer</a:t>
            </a:r>
            <a:endParaRPr lang="de-CH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81CCEDBF-AD5D-427E-AA26-149FC5CB8B9F}"/>
              </a:ext>
            </a:extLst>
          </p:cNvPr>
          <p:cNvCxnSpPr>
            <a:cxnSpLocks/>
            <a:endCxn id="13" idx="1"/>
          </p:cNvCxnSpPr>
          <p:nvPr/>
        </p:nvCxnSpPr>
        <p:spPr>
          <a:xfrm rot="16200000" flipH="1">
            <a:off x="7684917" y="1023206"/>
            <a:ext cx="2261796" cy="1549054"/>
          </a:xfrm>
          <a:prstGeom prst="bentConnector2">
            <a:avLst/>
          </a:prstGeom>
          <a:ln w="19050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353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C0A2AD-4C17-4C6F-9F91-FC0DD78FDAAA}"/>
              </a:ext>
            </a:extLst>
          </p:cNvPr>
          <p:cNvSpPr/>
          <p:nvPr/>
        </p:nvSpPr>
        <p:spPr>
          <a:xfrm>
            <a:off x="328050" y="216836"/>
            <a:ext cx="2916000" cy="90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Author</a:t>
            </a: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Dr. P. Lacer</a:t>
            </a: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@ Regional Hospital</a:t>
            </a:r>
          </a:p>
        </p:txBody>
      </p:sp>
      <p:sp>
        <p:nvSpPr>
          <p:cNvPr id="30" name="Shape 45">
            <a:extLst>
              <a:ext uri="{FF2B5EF4-FFF2-40B4-BE49-F238E27FC236}">
                <a16:creationId xmlns:a16="http://schemas.microsoft.com/office/drawing/2014/main" id="{51A3EA38-787A-4A53-817B-31AF3E30A992}"/>
              </a:ext>
            </a:extLst>
          </p:cNvPr>
          <p:cNvSpPr/>
          <p:nvPr/>
        </p:nvSpPr>
        <p:spPr>
          <a:xfrm>
            <a:off x="4416951" y="382687"/>
            <a:ext cx="2650512" cy="215444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400" dirty="0">
                <a:latin typeface="Verdana" panose="020B0604030504040204" pitchFamily="34" charset="0"/>
                <a:ea typeface="Verdana" panose="020B0604030504040204" pitchFamily="34" charset="0"/>
                <a:sym typeface="Arial Unicode MS"/>
              </a:rPr>
              <a:t>Order external diagnostics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043538-7CFB-4141-800D-6BB4C91567DC}"/>
              </a:ext>
            </a:extLst>
          </p:cNvPr>
          <p:cNvSpPr/>
          <p:nvPr/>
        </p:nvSpPr>
        <p:spPr>
          <a:xfrm>
            <a:off x="8240364" y="220413"/>
            <a:ext cx="2916000" cy="90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Receiver</a:t>
            </a: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Dr. F. Iller</a:t>
            </a: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@ University Hospital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BC343A1-5359-4EF5-B63C-7F62454F55C8}"/>
              </a:ext>
            </a:extLst>
          </p:cNvPr>
          <p:cNvCxnSpPr>
            <a:cxnSpLocks/>
            <a:stCxn id="8" idx="3"/>
            <a:endCxn id="29" idx="1"/>
          </p:cNvCxnSpPr>
          <p:nvPr/>
        </p:nvCxnSpPr>
        <p:spPr>
          <a:xfrm>
            <a:off x="3244050" y="666836"/>
            <a:ext cx="4996314" cy="357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Single Corner Snipped 4">
            <a:extLst>
              <a:ext uri="{FF2B5EF4-FFF2-40B4-BE49-F238E27FC236}">
                <a16:creationId xmlns:a16="http://schemas.microsoft.com/office/drawing/2014/main" id="{DB499337-4993-4B38-936F-65F8360C7181}"/>
              </a:ext>
            </a:extLst>
          </p:cNvPr>
          <p:cNvSpPr/>
          <p:nvPr/>
        </p:nvSpPr>
        <p:spPr>
          <a:xfrm>
            <a:off x="4230171" y="802232"/>
            <a:ext cx="3595490" cy="2714922"/>
          </a:xfrm>
          <a:prstGeom prst="snip1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CH" sz="1100" b="1" kern="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Order external diagnostics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Document Identifier: </a:t>
            </a:r>
            <a:b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f9a34cb0-1d1c-4931-937f-ef621341373c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Placer Order Identifier: 60823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Filler Order Identifier: 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Precedent Document Identifier:</a:t>
            </a:r>
            <a:b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Date: 2021-03-30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Notification Contact Document:</a:t>
            </a:r>
            <a:b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Dr. F. Iller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Notification Contact Document Response:</a:t>
            </a:r>
            <a:b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Dr. P. Lacer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Priority: stat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etc.</a:t>
            </a:r>
          </a:p>
          <a:p>
            <a:endParaRPr lang="LID4096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E1ADC3-7CBC-4C43-89C3-B9874C7A2F20}"/>
              </a:ext>
            </a:extLst>
          </p:cNvPr>
          <p:cNvSpPr/>
          <p:nvPr/>
        </p:nvSpPr>
        <p:spPr>
          <a:xfrm>
            <a:off x="328050" y="2242169"/>
            <a:ext cx="2916000" cy="90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Patient</a:t>
            </a: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S. Ufferer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5EEA44-C05C-4C8B-9B6A-3FF184AEAB8D}"/>
              </a:ext>
            </a:extLst>
          </p:cNvPr>
          <p:cNvSpPr/>
          <p:nvPr/>
        </p:nvSpPr>
        <p:spPr>
          <a:xfrm>
            <a:off x="8791873" y="1058215"/>
            <a:ext cx="3168000" cy="720000"/>
          </a:xfrm>
          <a:prstGeom prst="rect">
            <a:avLst/>
          </a:prstGeom>
          <a:solidFill>
            <a:srgbClr val="C9EE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Urgent Notification Contact</a:t>
            </a:r>
          </a:p>
          <a:p>
            <a:pPr algn="ctr"/>
            <a:r>
              <a:rPr lang="de-CH" sz="1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for this </a:t>
            </a:r>
            <a:r>
              <a:rPr lang="de-CH" sz="1000" b="1" i="0" u="sng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Document</a:t>
            </a:r>
          </a:p>
          <a:p>
            <a:pPr algn="ctr"/>
            <a:r>
              <a:rPr lang="de-CH" sz="1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Dr. F. Iller</a:t>
            </a:r>
            <a:endParaRPr lang="de-CH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DD74C4-4DD8-41C3-B0E4-0475AE394F39}"/>
              </a:ext>
            </a:extLst>
          </p:cNvPr>
          <p:cNvSpPr/>
          <p:nvPr/>
        </p:nvSpPr>
        <p:spPr>
          <a:xfrm>
            <a:off x="879559" y="1059540"/>
            <a:ext cx="3168000" cy="720000"/>
          </a:xfrm>
          <a:prstGeom prst="rect">
            <a:avLst/>
          </a:prstGeom>
          <a:solidFill>
            <a:srgbClr val="D3D0F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Urgent Notification Contact </a:t>
            </a:r>
          </a:p>
          <a:p>
            <a:pPr algn="ctr"/>
            <a:r>
              <a:rPr lang="en-US" sz="1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for the </a:t>
            </a:r>
            <a:r>
              <a:rPr lang="en-US" sz="1000" b="1" i="0" u="sng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Response to this Document</a:t>
            </a:r>
          </a:p>
          <a:p>
            <a:pPr algn="ctr"/>
            <a:r>
              <a:rPr lang="en-US" sz="1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Dr. P. Lacer</a:t>
            </a:r>
            <a:endParaRPr lang="de-CH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323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C0A2AD-4C17-4C6F-9F91-FC0DD78FDAAA}"/>
              </a:ext>
            </a:extLst>
          </p:cNvPr>
          <p:cNvSpPr/>
          <p:nvPr/>
        </p:nvSpPr>
        <p:spPr>
          <a:xfrm>
            <a:off x="328050" y="216836"/>
            <a:ext cx="2916000" cy="90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Receiver</a:t>
            </a:r>
            <a:endParaRPr lang="de-CH" sz="14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Dr. P. Lacer</a:t>
            </a: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@ Regional Hospital</a:t>
            </a:r>
          </a:p>
        </p:txBody>
      </p:sp>
      <p:sp>
        <p:nvSpPr>
          <p:cNvPr id="30" name="Shape 45">
            <a:extLst>
              <a:ext uri="{FF2B5EF4-FFF2-40B4-BE49-F238E27FC236}">
                <a16:creationId xmlns:a16="http://schemas.microsoft.com/office/drawing/2014/main" id="{51A3EA38-787A-4A53-817B-31AF3E30A992}"/>
              </a:ext>
            </a:extLst>
          </p:cNvPr>
          <p:cNvSpPr/>
          <p:nvPr/>
        </p:nvSpPr>
        <p:spPr>
          <a:xfrm>
            <a:off x="4416951" y="382687"/>
            <a:ext cx="2650512" cy="215444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400" dirty="0">
                <a:latin typeface="Verdana" panose="020B0604030504040204" pitchFamily="34" charset="0"/>
                <a:ea typeface="Verdana" panose="020B0604030504040204" pitchFamily="34" charset="0"/>
                <a:sym typeface="Arial Unicode MS"/>
              </a:rPr>
              <a:t>Findings report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043538-7CFB-4141-800D-6BB4C91567DC}"/>
              </a:ext>
            </a:extLst>
          </p:cNvPr>
          <p:cNvSpPr/>
          <p:nvPr/>
        </p:nvSpPr>
        <p:spPr>
          <a:xfrm>
            <a:off x="8240364" y="220413"/>
            <a:ext cx="2916000" cy="90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Author</a:t>
            </a: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Dr. F. Iller</a:t>
            </a: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@ University Hospital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BC343A1-5359-4EF5-B63C-7F62454F55C8}"/>
              </a:ext>
            </a:extLst>
          </p:cNvPr>
          <p:cNvCxnSpPr>
            <a:cxnSpLocks/>
            <a:stCxn id="29" idx="1"/>
            <a:endCxn id="8" idx="3"/>
          </p:cNvCxnSpPr>
          <p:nvPr/>
        </p:nvCxnSpPr>
        <p:spPr>
          <a:xfrm flipH="1" flipV="1">
            <a:off x="3244050" y="666836"/>
            <a:ext cx="4996314" cy="357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5E1ADC3-7CBC-4C43-89C3-B9874C7A2F20}"/>
              </a:ext>
            </a:extLst>
          </p:cNvPr>
          <p:cNvSpPr/>
          <p:nvPr/>
        </p:nvSpPr>
        <p:spPr>
          <a:xfrm>
            <a:off x="8240364" y="2242169"/>
            <a:ext cx="2916000" cy="90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Patient</a:t>
            </a: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S. Ufferer</a:t>
            </a:r>
          </a:p>
        </p:txBody>
      </p:sp>
      <p:sp>
        <p:nvSpPr>
          <p:cNvPr id="41" name="Rectangle: Single Corner Snipped 40">
            <a:extLst>
              <a:ext uri="{FF2B5EF4-FFF2-40B4-BE49-F238E27FC236}">
                <a16:creationId xmlns:a16="http://schemas.microsoft.com/office/drawing/2014/main" id="{4AA7F7F1-D990-4F0B-A5B2-6AD7422BC339}"/>
              </a:ext>
            </a:extLst>
          </p:cNvPr>
          <p:cNvSpPr/>
          <p:nvPr/>
        </p:nvSpPr>
        <p:spPr>
          <a:xfrm>
            <a:off x="4230171" y="835428"/>
            <a:ext cx="3595490" cy="2706198"/>
          </a:xfrm>
          <a:prstGeom prst="snip1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CH" sz="1100" b="1" kern="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Findings report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Document Identifier:</a:t>
            </a:r>
            <a:b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39e1dc74-63de-4eef-9e53-9ec96243310d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Placer Order Identifier: 60823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Filler Order Identifier: 7098441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Precedent Document Identifier:</a:t>
            </a:r>
            <a:b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f9a34cb0-1d1c-4931-937f-ef621341373c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Date: 2021-03-31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Notification Contact Document:</a:t>
            </a:r>
            <a:b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Dr. P. Lacer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Notification Contact Document Response:</a:t>
            </a:r>
            <a:b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Dr. F. Iller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Priority: stat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etc.</a:t>
            </a:r>
          </a:p>
          <a:p>
            <a:endParaRPr lang="LID4096" sz="11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5EEA44-C05C-4C8B-9B6A-3FF184AEAB8D}"/>
              </a:ext>
            </a:extLst>
          </p:cNvPr>
          <p:cNvSpPr/>
          <p:nvPr/>
        </p:nvSpPr>
        <p:spPr>
          <a:xfrm>
            <a:off x="879559" y="1057360"/>
            <a:ext cx="3168000" cy="720000"/>
          </a:xfrm>
          <a:prstGeom prst="rect">
            <a:avLst/>
          </a:prstGeom>
          <a:solidFill>
            <a:srgbClr val="C9EE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Urgent Notification Contact</a:t>
            </a:r>
          </a:p>
          <a:p>
            <a:pPr algn="ctr"/>
            <a:r>
              <a:rPr lang="de-CH" sz="1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for this </a:t>
            </a:r>
            <a:r>
              <a:rPr lang="de-CH" sz="1000" b="1" i="0" u="sng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Document</a:t>
            </a:r>
          </a:p>
          <a:p>
            <a:pPr algn="ctr"/>
            <a:r>
              <a:rPr lang="de-CH" sz="1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Dr. P. Lacer</a:t>
            </a:r>
            <a:endParaRPr lang="de-CH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DD74C4-4DD8-41C3-B0E4-0475AE394F39}"/>
              </a:ext>
            </a:extLst>
          </p:cNvPr>
          <p:cNvSpPr/>
          <p:nvPr/>
        </p:nvSpPr>
        <p:spPr>
          <a:xfrm>
            <a:off x="8791873" y="1057360"/>
            <a:ext cx="3168000" cy="720000"/>
          </a:xfrm>
          <a:prstGeom prst="rect">
            <a:avLst/>
          </a:prstGeom>
          <a:solidFill>
            <a:srgbClr val="D3D0F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Urgent Notification Contact </a:t>
            </a:r>
          </a:p>
          <a:p>
            <a:pPr algn="ctr"/>
            <a:r>
              <a:rPr lang="en-US" sz="1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for the </a:t>
            </a:r>
            <a:r>
              <a:rPr lang="en-US" sz="1000" b="1" i="0" u="sng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Response to this Document</a:t>
            </a:r>
          </a:p>
          <a:p>
            <a:pPr algn="ctr"/>
            <a:r>
              <a:rPr lang="en-US" sz="1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Dr. F. Iller</a:t>
            </a:r>
            <a:endParaRPr lang="de-CH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904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29">
            <a:extLst>
              <a:ext uri="{FF2B5EF4-FFF2-40B4-BE49-F238E27FC236}">
                <a16:creationId xmlns:a16="http://schemas.microsoft.com/office/drawing/2014/main" id="{692DFA1F-1158-4358-AD85-D4E1E1F4CA0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41175" y="108207"/>
            <a:ext cx="4999898" cy="7679360"/>
          </a:xfrm>
          <a:prstGeom prst="foldedCorner">
            <a:avLst>
              <a:gd name="adj" fmla="val 5618"/>
            </a:avLst>
          </a:prstGeom>
          <a:gradFill rotWithShape="1">
            <a:gsLst>
              <a:gs pos="0">
                <a:srgbClr val="F79646">
                  <a:tint val="100000"/>
                  <a:shade val="100000"/>
                  <a:satMod val="130000"/>
                </a:srgbClr>
              </a:gs>
              <a:gs pos="100000">
                <a:srgbClr val="F79646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2641DBC8-EB2B-4BC0-BD81-DE3D05EBA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115" y="924621"/>
            <a:ext cx="4018373" cy="4854974"/>
          </a:xfrm>
          <a:prstGeom prst="rect">
            <a:avLst/>
          </a:prstGeom>
          <a:gradFill rotWithShape="1">
            <a:gsLst>
              <a:gs pos="0">
                <a:srgbClr val="4F81BD">
                  <a:tint val="100000"/>
                  <a:shade val="100000"/>
                  <a:satMod val="130000"/>
                </a:srgbClr>
              </a:gs>
              <a:gs pos="100000">
                <a:srgbClr val="4F81BD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none" tIns="468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Entry: Composition</a:t>
            </a:r>
            <a:endParaRPr kumimoji="0" lang="de-DE" sz="180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-107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-107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-107" charset="0"/>
              <a:ea typeface="+mn-ea"/>
              <a:cs typeface="+mn-cs"/>
            </a:endParaRPr>
          </a:p>
        </p:txBody>
      </p:sp>
      <p:sp>
        <p:nvSpPr>
          <p:cNvPr id="26" name="Text Box 10">
            <a:extLst>
              <a:ext uri="{FF2B5EF4-FFF2-40B4-BE49-F238E27FC236}">
                <a16:creationId xmlns:a16="http://schemas.microsoft.com/office/drawing/2014/main" id="{0632B390-FFD5-43BF-BD8A-D790A51E5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409" y="1634676"/>
            <a:ext cx="3600000" cy="338554"/>
          </a:xfrm>
          <a:prstGeom prst="rect">
            <a:avLst/>
          </a:prstGeom>
          <a:gradFill rotWithShape="1">
            <a:gsLst>
              <a:gs pos="0">
                <a:srgbClr val="9BBB59">
                  <a:tint val="100000"/>
                  <a:shade val="100000"/>
                  <a:satMod val="130000"/>
                </a:srgbClr>
              </a:gs>
              <a:gs pos="100000">
                <a:srgbClr val="9BBB59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fr-FR" sz="1600" kern="0" noProof="1">
                <a:solidFill>
                  <a:prstClr val="black"/>
                </a:solidFill>
                <a:latin typeface="Calibri"/>
                <a:ea typeface="+mn-ea"/>
              </a:rPr>
              <a:t>Data Enterer</a:t>
            </a:r>
            <a:r>
              <a:rPr kumimoji="0" lang="fr-FR" sz="16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(Reference)</a:t>
            </a:r>
          </a:p>
        </p:txBody>
      </p:sp>
      <p:sp>
        <p:nvSpPr>
          <p:cNvPr id="27" name="Rechteck 8">
            <a:extLst>
              <a:ext uri="{FF2B5EF4-FFF2-40B4-BE49-F238E27FC236}">
                <a16:creationId xmlns:a16="http://schemas.microsoft.com/office/drawing/2014/main" id="{54EA68AE-25AA-4397-9034-2B0F73F7F74C}"/>
              </a:ext>
            </a:extLst>
          </p:cNvPr>
          <p:cNvSpPr/>
          <p:nvPr/>
        </p:nvSpPr>
        <p:spPr>
          <a:xfrm>
            <a:off x="419165" y="250444"/>
            <a:ext cx="46035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de-DE" sz="1800" b="1" dirty="0">
                <a:solidFill>
                  <a:srgbClr val="000000"/>
                </a:solidFill>
                <a:latin typeface="Calibri"/>
                <a:ea typeface="+mn-ea"/>
              </a:rPr>
              <a:t>Bundle (document): </a:t>
            </a:r>
            <a:r>
              <a:rPr lang="de-DE" sz="1800" dirty="0">
                <a:solidFill>
                  <a:srgbClr val="000000"/>
                </a:solidFill>
                <a:latin typeface="Calibri"/>
                <a:ea typeface="+mn-ea"/>
              </a:rPr>
              <a:t>Order-Referral-Form</a:t>
            </a:r>
          </a:p>
        </p:txBody>
      </p:sp>
      <p:sp>
        <p:nvSpPr>
          <p:cNvPr id="28" name="Text Box 10">
            <a:extLst>
              <a:ext uri="{FF2B5EF4-FFF2-40B4-BE49-F238E27FC236}">
                <a16:creationId xmlns:a16="http://schemas.microsoft.com/office/drawing/2014/main" id="{E8F49D4C-A73B-4679-92A1-470547F3E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408" y="3796889"/>
            <a:ext cx="3599999" cy="1797862"/>
          </a:xfrm>
          <a:prstGeom prst="rect">
            <a:avLst/>
          </a:prstGeom>
          <a:gradFill rotWithShape="1">
            <a:gsLst>
              <a:gs pos="0">
                <a:srgbClr val="9BBB59">
                  <a:tint val="100000"/>
                  <a:shade val="100000"/>
                  <a:satMod val="130000"/>
                </a:srgbClr>
              </a:gs>
              <a:gs pos="100000">
                <a:srgbClr val="9BBB59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Referral min (Section)</a:t>
            </a:r>
          </a:p>
        </p:txBody>
      </p:sp>
      <p:sp>
        <p:nvSpPr>
          <p:cNvPr id="29" name="Text Box 10">
            <a:extLst>
              <a:ext uri="{FF2B5EF4-FFF2-40B4-BE49-F238E27FC236}">
                <a16:creationId xmlns:a16="http://schemas.microsoft.com/office/drawing/2014/main" id="{CC01CDC7-DCE8-47A4-B3D4-C2F42A002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646" y="4216395"/>
            <a:ext cx="3268314" cy="338554"/>
          </a:xfrm>
          <a:prstGeom prst="rect">
            <a:avLst/>
          </a:prstGeom>
          <a:gradFill rotWithShape="1">
            <a:gsLst>
              <a:gs pos="0">
                <a:srgbClr val="9BBB59">
                  <a:tint val="100000"/>
                  <a:shade val="100000"/>
                  <a:satMod val="130000"/>
                </a:srgbClr>
              </a:gs>
              <a:gs pos="100000">
                <a:srgbClr val="9BBB59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Questionnaire (Reference)</a:t>
            </a:r>
          </a:p>
        </p:txBody>
      </p:sp>
      <p:sp>
        <p:nvSpPr>
          <p:cNvPr id="32" name="Text Box 10">
            <a:extLst>
              <a:ext uri="{FF2B5EF4-FFF2-40B4-BE49-F238E27FC236}">
                <a16:creationId xmlns:a16="http://schemas.microsoft.com/office/drawing/2014/main" id="{FE752991-EA15-4C48-898A-09D555F7C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18" y="6819121"/>
            <a:ext cx="4018372" cy="338554"/>
          </a:xfrm>
          <a:prstGeom prst="rect">
            <a:avLst/>
          </a:prstGeom>
          <a:gradFill rotWithShape="1">
            <a:gsLst>
              <a:gs pos="0">
                <a:srgbClr val="C0504D">
                  <a:tint val="100000"/>
                  <a:shade val="100000"/>
                  <a:satMod val="130000"/>
                </a:srgbClr>
              </a:gs>
              <a:gs pos="100000">
                <a:srgbClr val="C0504D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>
            <a:defPPr>
              <a:defRPr lang="de-DE"/>
            </a:defPPr>
            <a:lvl1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 kumimoji="0" sz="16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</a:defRPr>
            </a:lvl1pPr>
          </a:lstStyle>
          <a:p>
            <a:r>
              <a:rPr lang="fr-FR" noProof="1"/>
              <a:t>Entry: ServiceRequest</a:t>
            </a:r>
          </a:p>
        </p:txBody>
      </p:sp>
      <p:sp>
        <p:nvSpPr>
          <p:cNvPr id="34" name="Text Box 10">
            <a:extLst>
              <a:ext uri="{FF2B5EF4-FFF2-40B4-BE49-F238E27FC236}">
                <a16:creationId xmlns:a16="http://schemas.microsoft.com/office/drawing/2014/main" id="{7FC3D788-39AA-48E4-8394-408A3CF24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35" y="3278991"/>
            <a:ext cx="3600000" cy="338554"/>
          </a:xfrm>
          <a:prstGeom prst="rect">
            <a:avLst/>
          </a:prstGeom>
          <a:gradFill rotWithShape="1">
            <a:gsLst>
              <a:gs pos="0">
                <a:srgbClr val="9BBB59">
                  <a:tint val="100000"/>
                  <a:shade val="100000"/>
                  <a:satMod val="130000"/>
                </a:srgbClr>
              </a:gs>
              <a:gs pos="100000">
                <a:srgbClr val="9BBB59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Author (Reference)</a:t>
            </a:r>
          </a:p>
        </p:txBody>
      </p:sp>
      <p:sp>
        <p:nvSpPr>
          <p:cNvPr id="35" name="Textfeld 16">
            <a:extLst>
              <a:ext uri="{FF2B5EF4-FFF2-40B4-BE49-F238E27FC236}">
                <a16:creationId xmlns:a16="http://schemas.microsoft.com/office/drawing/2014/main" id="{6A50B0D1-5D17-4F0E-8381-3A45ED95037E}"/>
              </a:ext>
            </a:extLst>
          </p:cNvPr>
          <p:cNvSpPr txBox="1"/>
          <p:nvPr/>
        </p:nvSpPr>
        <p:spPr>
          <a:xfrm>
            <a:off x="561774" y="1295222"/>
            <a:ext cx="3318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de-DE" sz="1400" i="1" dirty="0">
                <a:solidFill>
                  <a:srgbClr val="000000"/>
                </a:solidFill>
                <a:latin typeface="Times New Roman" pitchFamily="-107" charset="0"/>
                <a:ea typeface="+mn-ea"/>
              </a:rPr>
              <a:t>Parameters like Type, Category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de-DE" sz="1400" i="1" dirty="0">
              <a:solidFill>
                <a:srgbClr val="000000"/>
              </a:solidFill>
              <a:latin typeface="Times New Roman" pitchFamily="-107" charset="0"/>
              <a:ea typeface="+mn-ea"/>
            </a:endParaRPr>
          </a:p>
        </p:txBody>
      </p:sp>
      <p:sp>
        <p:nvSpPr>
          <p:cNvPr id="36" name="Text Box 10">
            <a:extLst>
              <a:ext uri="{FF2B5EF4-FFF2-40B4-BE49-F238E27FC236}">
                <a16:creationId xmlns:a16="http://schemas.microsoft.com/office/drawing/2014/main" id="{AE15924D-2488-4E68-9C77-FE0108768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18" y="7295038"/>
            <a:ext cx="4018372" cy="338554"/>
          </a:xfrm>
          <a:prstGeom prst="rect">
            <a:avLst/>
          </a:prstGeom>
          <a:gradFill rotWithShape="1">
            <a:gsLst>
              <a:gs pos="0">
                <a:srgbClr val="C0504D">
                  <a:tint val="100000"/>
                  <a:shade val="100000"/>
                  <a:satMod val="130000"/>
                </a:srgbClr>
              </a:gs>
              <a:gs pos="100000">
                <a:srgbClr val="C0504D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Entry: …</a:t>
            </a:r>
          </a:p>
        </p:txBody>
      </p:sp>
      <p:sp>
        <p:nvSpPr>
          <p:cNvPr id="37" name="Text Box 10">
            <a:extLst>
              <a:ext uri="{FF2B5EF4-FFF2-40B4-BE49-F238E27FC236}">
                <a16:creationId xmlns:a16="http://schemas.microsoft.com/office/drawing/2014/main" id="{C713B752-64D4-4736-8ACA-48B74DB12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16" y="5871079"/>
            <a:ext cx="4018372" cy="338554"/>
          </a:xfrm>
          <a:prstGeom prst="rect">
            <a:avLst/>
          </a:prstGeom>
          <a:gradFill rotWithShape="1">
            <a:gsLst>
              <a:gs pos="0">
                <a:srgbClr val="C0504D">
                  <a:tint val="100000"/>
                  <a:shade val="100000"/>
                  <a:satMod val="130000"/>
                </a:srgbClr>
              </a:gs>
              <a:gs pos="100000">
                <a:srgbClr val="C0504D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>
            <a:defPPr>
              <a:defRPr lang="de-DE"/>
            </a:defPPr>
            <a:lvl1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 kumimoji="0" sz="16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</a:defRPr>
            </a:lvl1pPr>
          </a:lstStyle>
          <a:p>
            <a:r>
              <a:rPr lang="fr-FR" noProof="1"/>
              <a:t>Entry: Questionnaire</a:t>
            </a:r>
          </a:p>
        </p:txBody>
      </p:sp>
      <p:sp>
        <p:nvSpPr>
          <p:cNvPr id="38" name="Text Box 10">
            <a:extLst>
              <a:ext uri="{FF2B5EF4-FFF2-40B4-BE49-F238E27FC236}">
                <a16:creationId xmlns:a16="http://schemas.microsoft.com/office/drawing/2014/main" id="{CAC65F08-3ABF-4EC6-959C-EDD7084A7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16" y="6345100"/>
            <a:ext cx="4018372" cy="338554"/>
          </a:xfrm>
          <a:prstGeom prst="rect">
            <a:avLst/>
          </a:prstGeom>
          <a:gradFill rotWithShape="1">
            <a:gsLst>
              <a:gs pos="0">
                <a:srgbClr val="C0504D">
                  <a:tint val="100000"/>
                  <a:shade val="100000"/>
                  <a:satMod val="130000"/>
                </a:srgbClr>
              </a:gs>
              <a:gs pos="100000">
                <a:srgbClr val="C0504D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>
            <a:defPPr>
              <a:defRPr lang="de-DE"/>
            </a:defPPr>
            <a:lvl1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 kumimoji="0" sz="16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</a:defRPr>
            </a:lvl1pPr>
          </a:lstStyle>
          <a:p>
            <a:r>
              <a:rPr lang="fr-FR" noProof="1"/>
              <a:t>Entry: QuestionnaireResponse</a:t>
            </a:r>
          </a:p>
        </p:txBody>
      </p:sp>
      <p:sp>
        <p:nvSpPr>
          <p:cNvPr id="40" name="Textfeld 16">
            <a:extLst>
              <a:ext uri="{FF2B5EF4-FFF2-40B4-BE49-F238E27FC236}">
                <a16:creationId xmlns:a16="http://schemas.microsoft.com/office/drawing/2014/main" id="{19A6E712-E580-48C6-9C1D-6B54AB3D06EF}"/>
              </a:ext>
            </a:extLst>
          </p:cNvPr>
          <p:cNvSpPr txBox="1"/>
          <p:nvPr/>
        </p:nvSpPr>
        <p:spPr>
          <a:xfrm>
            <a:off x="491016" y="554884"/>
            <a:ext cx="3318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de-DE" sz="1400" i="1" dirty="0">
                <a:solidFill>
                  <a:srgbClr val="000000"/>
                </a:solidFill>
                <a:latin typeface="Times New Roman" pitchFamily="-107" charset="0"/>
                <a:ea typeface="+mn-ea"/>
              </a:rPr>
              <a:t>Parameters like Identifier, Timestamp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de-DE" sz="1400" i="1" dirty="0">
              <a:solidFill>
                <a:srgbClr val="000000"/>
              </a:solidFill>
              <a:latin typeface="Times New Roman" pitchFamily="-107" charset="0"/>
              <a:ea typeface="+mn-ea"/>
            </a:endParaRPr>
          </a:p>
        </p:txBody>
      </p:sp>
      <p:sp>
        <p:nvSpPr>
          <p:cNvPr id="59" name="Text Box 10">
            <a:extLst>
              <a:ext uri="{FF2B5EF4-FFF2-40B4-BE49-F238E27FC236}">
                <a16:creationId xmlns:a16="http://schemas.microsoft.com/office/drawing/2014/main" id="{FB48495B-E99B-40C6-90C8-E6654A2F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646" y="4628896"/>
            <a:ext cx="3268314" cy="338554"/>
          </a:xfrm>
          <a:prstGeom prst="rect">
            <a:avLst/>
          </a:prstGeom>
          <a:gradFill rotWithShape="1">
            <a:gsLst>
              <a:gs pos="0">
                <a:srgbClr val="9BBB59">
                  <a:tint val="100000"/>
                  <a:shade val="100000"/>
                  <a:satMod val="130000"/>
                </a:srgbClr>
              </a:gs>
              <a:gs pos="100000">
                <a:srgbClr val="9BBB59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QuestionnaireResponse (Reference)</a:t>
            </a:r>
          </a:p>
        </p:txBody>
      </p:sp>
      <p:sp>
        <p:nvSpPr>
          <p:cNvPr id="62" name="Text Box 10">
            <a:extLst>
              <a:ext uri="{FF2B5EF4-FFF2-40B4-BE49-F238E27FC236}">
                <a16:creationId xmlns:a16="http://schemas.microsoft.com/office/drawing/2014/main" id="{063A9A1D-C0A6-4D8E-A31A-9925F5EDF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646" y="5043826"/>
            <a:ext cx="3268314" cy="338554"/>
          </a:xfrm>
          <a:prstGeom prst="rect">
            <a:avLst/>
          </a:prstGeom>
          <a:gradFill rotWithShape="1">
            <a:gsLst>
              <a:gs pos="0">
                <a:srgbClr val="9BBB59">
                  <a:tint val="100000"/>
                  <a:shade val="100000"/>
                  <a:satMod val="130000"/>
                </a:srgbClr>
              </a:gs>
              <a:gs pos="100000">
                <a:srgbClr val="9BBB59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ServiceRequest (Reference)</a:t>
            </a:r>
          </a:p>
        </p:txBody>
      </p:sp>
      <p:sp>
        <p:nvSpPr>
          <p:cNvPr id="63" name="Text Box 10">
            <a:extLst>
              <a:ext uri="{FF2B5EF4-FFF2-40B4-BE49-F238E27FC236}">
                <a16:creationId xmlns:a16="http://schemas.microsoft.com/office/drawing/2014/main" id="{2EB29A99-7C6F-4A1C-821B-95CD11AAD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500" y="2047177"/>
            <a:ext cx="3600000" cy="338554"/>
          </a:xfrm>
          <a:prstGeom prst="rect">
            <a:avLst/>
          </a:prstGeom>
          <a:gradFill rotWithShape="1">
            <a:gsLst>
              <a:gs pos="0">
                <a:srgbClr val="9BBB59">
                  <a:tint val="100000"/>
                  <a:shade val="100000"/>
                  <a:satMod val="130000"/>
                </a:srgbClr>
              </a:gs>
              <a:gs pos="100000">
                <a:srgbClr val="9BBB59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Urgent Notification Contact (Reference)</a:t>
            </a:r>
          </a:p>
        </p:txBody>
      </p:sp>
      <p:sp>
        <p:nvSpPr>
          <p:cNvPr id="64" name="Text Box 10">
            <a:extLst>
              <a:ext uri="{FF2B5EF4-FFF2-40B4-BE49-F238E27FC236}">
                <a16:creationId xmlns:a16="http://schemas.microsoft.com/office/drawing/2014/main" id="{DF8D080E-A459-4B1D-9BA5-CD6C26580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500" y="2455840"/>
            <a:ext cx="3600000" cy="338554"/>
          </a:xfrm>
          <a:prstGeom prst="rect">
            <a:avLst/>
          </a:prstGeom>
          <a:gradFill rotWithShape="1">
            <a:gsLst>
              <a:gs pos="0">
                <a:srgbClr val="9BBB59">
                  <a:tint val="100000"/>
                  <a:shade val="100000"/>
                  <a:satMod val="130000"/>
                </a:srgbClr>
              </a:gs>
              <a:gs pos="100000">
                <a:srgbClr val="9BBB59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Copy Receiver (Reference)</a:t>
            </a:r>
          </a:p>
        </p:txBody>
      </p:sp>
      <p:sp>
        <p:nvSpPr>
          <p:cNvPr id="65" name="Text Box 10">
            <a:extLst>
              <a:ext uri="{FF2B5EF4-FFF2-40B4-BE49-F238E27FC236}">
                <a16:creationId xmlns:a16="http://schemas.microsoft.com/office/drawing/2014/main" id="{4A180D82-882B-4E69-B2B9-276BF701B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500" y="2862098"/>
            <a:ext cx="3600000" cy="338554"/>
          </a:xfrm>
          <a:prstGeom prst="rect">
            <a:avLst/>
          </a:prstGeom>
          <a:gradFill rotWithShape="1">
            <a:gsLst>
              <a:gs pos="0">
                <a:srgbClr val="9BBB59">
                  <a:tint val="100000"/>
                  <a:shade val="100000"/>
                  <a:satMod val="130000"/>
                </a:srgbClr>
              </a:gs>
              <a:gs pos="100000">
                <a:srgbClr val="9BBB59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Patient (Reference)</a:t>
            </a:r>
          </a:p>
        </p:txBody>
      </p:sp>
    </p:spTree>
    <p:extLst>
      <p:ext uri="{BB962C8B-B14F-4D97-AF65-F5344CB8AC3E}">
        <p14:creationId xmlns:p14="http://schemas.microsoft.com/office/powerpoint/2010/main" val="3308390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ahdis 2">
      <a:dk1>
        <a:srgbClr val="000000"/>
      </a:dk1>
      <a:lt1>
        <a:srgbClr val="FFFFFF"/>
      </a:lt1>
      <a:dk2>
        <a:srgbClr val="3B5D73"/>
      </a:dk2>
      <a:lt2>
        <a:srgbClr val="FFFFFF"/>
      </a:lt2>
      <a:accent1>
        <a:srgbClr val="3B5D73"/>
      </a:accent1>
      <a:accent2>
        <a:srgbClr val="E42140"/>
      </a:accent2>
      <a:accent3>
        <a:srgbClr val="EE8500"/>
      </a:accent3>
      <a:accent4>
        <a:srgbClr val="3D5C50"/>
      </a:accent4>
      <a:accent5>
        <a:srgbClr val="565655"/>
      </a:accent5>
      <a:accent6>
        <a:srgbClr val="00799C"/>
      </a:accent6>
      <a:hlink>
        <a:srgbClr val="3B5D73"/>
      </a:hlink>
      <a:folHlink>
        <a:srgbClr val="3B5D73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L7 2019">
  <a:themeElements>
    <a:clrScheme name="HL7 2019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EC2227"/>
      </a:accent1>
      <a:accent2>
        <a:srgbClr val="005A8C"/>
      </a:accent2>
      <a:accent3>
        <a:srgbClr val="EA8525"/>
      </a:accent3>
      <a:accent4>
        <a:srgbClr val="FFCC32"/>
      </a:accent4>
      <a:accent5>
        <a:srgbClr val="6EB4CD"/>
      </a:accent5>
      <a:accent6>
        <a:srgbClr val="63619A"/>
      </a:accent6>
      <a:hlink>
        <a:srgbClr val="0070C0"/>
      </a:hlink>
      <a:folHlink>
        <a:srgbClr val="7030A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Refined 1">
        <a:dk1>
          <a:srgbClr val="666633"/>
        </a:dk1>
        <a:lt1>
          <a:srgbClr val="FFFFFF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990000"/>
        </a:accent2>
        <a:accent3>
          <a:srgbClr val="AAAAAA"/>
        </a:accent3>
        <a:accent4>
          <a:srgbClr val="DADADA"/>
        </a:accent4>
        <a:accent5>
          <a:srgbClr val="B8B8CA"/>
        </a:accent5>
        <a:accent6>
          <a:srgbClr val="8A0000"/>
        </a:accent6>
        <a:hlink>
          <a:srgbClr val="9999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2">
        <a:dk1>
          <a:srgbClr val="4D4D4D"/>
        </a:dk1>
        <a:lt1>
          <a:srgbClr val="FFFFFF"/>
        </a:lt1>
        <a:dk2>
          <a:srgbClr val="4A1102"/>
        </a:dk2>
        <a:lt2>
          <a:srgbClr val="FFFFFF"/>
        </a:lt2>
        <a:accent1>
          <a:srgbClr val="CC3300"/>
        </a:accent1>
        <a:accent2>
          <a:srgbClr val="666699"/>
        </a:accent2>
        <a:accent3>
          <a:srgbClr val="B1AAAA"/>
        </a:accent3>
        <a:accent4>
          <a:srgbClr val="DADADA"/>
        </a:accent4>
        <a:accent5>
          <a:srgbClr val="E2ADAA"/>
        </a:accent5>
        <a:accent6>
          <a:srgbClr val="5C5C8A"/>
        </a:accent6>
        <a:hlink>
          <a:srgbClr val="FF99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3">
        <a:dk1>
          <a:srgbClr val="666699"/>
        </a:dk1>
        <a:lt1>
          <a:srgbClr val="FFFFFF"/>
        </a:lt1>
        <a:dk2>
          <a:srgbClr val="400040"/>
        </a:dk2>
        <a:lt2>
          <a:srgbClr val="FFFFFF"/>
        </a:lt2>
        <a:accent1>
          <a:srgbClr val="FFCC00"/>
        </a:accent1>
        <a:accent2>
          <a:srgbClr val="FF3300"/>
        </a:accent2>
        <a:accent3>
          <a:srgbClr val="AFAAAF"/>
        </a:accent3>
        <a:accent4>
          <a:srgbClr val="DADADA"/>
        </a:accent4>
        <a:accent5>
          <a:srgbClr val="FFE2AA"/>
        </a:accent5>
        <a:accent6>
          <a:srgbClr val="E72D00"/>
        </a:accent6>
        <a:hlink>
          <a:srgbClr val="CC99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4">
        <a:dk1>
          <a:srgbClr val="4D4D4D"/>
        </a:dk1>
        <a:lt1>
          <a:srgbClr val="FFFFFF"/>
        </a:lt1>
        <a:dk2>
          <a:srgbClr val="006699"/>
        </a:dk2>
        <a:lt2>
          <a:srgbClr val="CCECFF"/>
        </a:lt2>
        <a:accent1>
          <a:srgbClr val="339966"/>
        </a:accent1>
        <a:accent2>
          <a:srgbClr val="3366FF"/>
        </a:accent2>
        <a:accent3>
          <a:srgbClr val="AAB8CA"/>
        </a:accent3>
        <a:accent4>
          <a:srgbClr val="DADADA"/>
        </a:accent4>
        <a:accent5>
          <a:srgbClr val="ADCAB8"/>
        </a:accent5>
        <a:accent6>
          <a:srgbClr val="2D5CE7"/>
        </a:accent6>
        <a:hlink>
          <a:srgbClr val="33CC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5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FF66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fined 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3300"/>
        </a:accent1>
        <a:accent2>
          <a:srgbClr val="666699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5C5C8A"/>
        </a:accent6>
        <a:hlink>
          <a:srgbClr val="999900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fined 7">
        <a:dk1>
          <a:srgbClr val="000000"/>
        </a:dk1>
        <a:lt1>
          <a:srgbClr val="FFFFFF"/>
        </a:lt1>
        <a:dk2>
          <a:srgbClr val="000066"/>
        </a:dk2>
        <a:lt2>
          <a:srgbClr val="333399"/>
        </a:lt2>
        <a:accent1>
          <a:srgbClr val="3399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8AE7"/>
        </a:accent6>
        <a:hlink>
          <a:srgbClr val="00CCFF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L7 General PPT Template" id="{91879F38-AFC4-463F-A924-8C48DC8DED7E}" vid="{392C9A02-F8B8-436F-B661-94CEF9A67DC0}"/>
    </a:ext>
  </a:extLst>
</a:theme>
</file>

<file path=ppt/theme/theme3.xml><?xml version="1.0" encoding="utf-8"?>
<a:theme xmlns:a="http://schemas.openxmlformats.org/drawingml/2006/main" name="BFH_PPT_Vorlage_16-9">
  <a:themeElements>
    <a:clrScheme name="BFH RGB">
      <a:dk1>
        <a:sysClr val="windowText" lastClr="000000"/>
      </a:dk1>
      <a:lt1>
        <a:sysClr val="window" lastClr="FFFFFF"/>
      </a:lt1>
      <a:dk2>
        <a:srgbClr val="697D91"/>
      </a:dk2>
      <a:lt2>
        <a:srgbClr val="EEECE1"/>
      </a:lt2>
      <a:accent1>
        <a:srgbClr val="556455"/>
      </a:accent1>
      <a:accent2>
        <a:srgbClr val="8CAF82"/>
      </a:accent2>
      <a:accent3>
        <a:srgbClr val="506E96"/>
      </a:accent3>
      <a:accent4>
        <a:srgbClr val="87B9C8"/>
      </a:accent4>
      <a:accent5>
        <a:srgbClr val="645078"/>
      </a:accent5>
      <a:accent6>
        <a:srgbClr val="A087AA"/>
      </a:accent6>
      <a:hlink>
        <a:srgbClr val="699BBE"/>
      </a:hlink>
      <a:folHlink>
        <a:srgbClr val="B9916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aesentation_16-9.potx" id="{6F811350-F210-4D60-891A-0DCA6D5A534F}" vid="{12DD6161-BE3D-455A-A4C9-31E1411DE4C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L7 FHIR Template Education_Webinars 2019" id="{B28E51EB-B8EE-4E4F-A9DA-4571B2AB418A}" vid="{791F76BA-4D7E-8448-BAD3-99E869B32A26}"/>
    </a:ext>
  </a:extLst>
</a:theme>
</file>

<file path=ppt/theme/theme5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QMPilot_DokID xmlns="2551ef7e-3b29-44d1-a8ad-ef34c26bfc60">470</QMPilot_DokID>
    <BfhIntranetDepartmentText xmlns="a324999b-a562-434c-9e36-ccb21447b81e">
      <Terms xmlns="http://schemas.microsoft.com/office/infopath/2007/PartnerControls">
        <TermInfo xmlns="http://schemas.microsoft.com/office/infopath/2007/PartnerControls">
          <TermName xmlns="http://schemas.microsoft.com/office/infopath/2007/PartnerControls">Vorlage</TermName>
          <TermId xmlns="http://schemas.microsoft.com/office/infopath/2007/PartnerControls">de1a6d3c-ac6a-4b34-8edd-308eb81066db</TermId>
        </TermInfo>
      </Terms>
    </BfhIntranetDepartmentText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QMPilot_ContentType" ma:contentTypeID="0x0101009127C3B567804923A8661E062BBD8EF500AB8983C84EF542A7976DC8547A5CDC52001BD440F45714504284DA526949208683" ma:contentTypeVersion="2" ma:contentTypeDescription="Create a new document." ma:contentTypeScope="" ma:versionID="95d96d0e05fc522efab3992e9c437c0b">
  <xsd:schema xmlns:xsd="http://www.w3.org/2001/XMLSchema" xmlns:xs="http://www.w3.org/2001/XMLSchema" xmlns:p="http://schemas.microsoft.com/office/2006/metadata/properties" xmlns:ns2="a324999b-a562-434c-9e36-ccb21447b81e" xmlns:ns3="2551ef7e-3b29-44d1-a8ad-ef34c26bfc60" targetNamespace="http://schemas.microsoft.com/office/2006/metadata/properties" ma:root="true" ma:fieldsID="684ec3e90215676da2dbe90943c797d9" ns2:_="" ns3:_="">
    <xsd:import namespace="a324999b-a562-434c-9e36-ccb21447b81e"/>
    <xsd:import namespace="2551ef7e-3b29-44d1-a8ad-ef34c26bfc60"/>
    <xsd:element name="properties">
      <xsd:complexType>
        <xsd:sequence>
          <xsd:element name="documentManagement">
            <xsd:complexType>
              <xsd:all>
                <xsd:element ref="ns2:BfhIntranetDepartmentText" minOccurs="0"/>
                <xsd:element ref="ns3:QMPilot_Dok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24999b-a562-434c-9e36-ccb21447b81e" elementFormDefault="qualified">
    <xsd:import namespace="http://schemas.microsoft.com/office/2006/documentManagement/types"/>
    <xsd:import namespace="http://schemas.microsoft.com/office/infopath/2007/PartnerControls"/>
    <xsd:element name="BfhIntranetDepartmentText" ma:index="8" ma:taxonomy="true" ma:internalName="BfhIntranetDocumentTypeText" ma:taxonomyFieldName="BfhIntranetDocumentType" ma:displayName="Dokumente" ma:fieldId="{f8359f88-a329-420a-8398-ef3d99cc0ffa}" ma:sspId="db51d986-4054-4caf-a2c9-3203a912c9cc" ma:termSetId="b53f0ae3-1e6d-4244-92c1-70838aa45c69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1ef7e-3b29-44d1-a8ad-ef34c26bfc60" elementFormDefault="qualified">
    <xsd:import namespace="http://schemas.microsoft.com/office/2006/documentManagement/types"/>
    <xsd:import namespace="http://schemas.microsoft.com/office/infopath/2007/PartnerControls"/>
    <xsd:element name="QMPilot_DokID" ma:index="10" nillable="true" ma:displayName="QMPilot_DokID" ma:description="QM-Pilot document identity" ma:internalName="QMPilot_Dok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6985437-8812-4ABE-89CE-3E49C89E0BF6}">
  <ds:schemaRefs>
    <ds:schemaRef ds:uri="a324999b-a562-434c-9e36-ccb21447b81e"/>
    <ds:schemaRef ds:uri="http://purl.org/dc/terms/"/>
    <ds:schemaRef ds:uri="2551ef7e-3b29-44d1-a8ad-ef34c26bfc60"/>
    <ds:schemaRef ds:uri="http://purl.org/dc/dcmitype/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4AC6FB82-A15F-47C0-8C73-E5599F1DA4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24999b-a562-434c-9e36-ccb21447b81e"/>
    <ds:schemaRef ds:uri="2551ef7e-3b29-44d1-a8ad-ef34c26bfc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D2542CC-467A-4770-BDA7-ADCFF09F6D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BFH_PPT_Vorlage_16-9</Template>
  <TotalTime>0</TotalTime>
  <Words>439</Words>
  <Application>Microsoft Office PowerPoint</Application>
  <PresentationFormat>Custom</PresentationFormat>
  <Paragraphs>147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</vt:i4>
      </vt:variant>
    </vt:vector>
  </HeadingPairs>
  <TitlesOfParts>
    <vt:vector size="20" baseType="lpstr">
      <vt:lpstr>MS PGothic</vt:lpstr>
      <vt:lpstr>Arial</vt:lpstr>
      <vt:lpstr>Calibri</vt:lpstr>
      <vt:lpstr>Consolas</vt:lpstr>
      <vt:lpstr>Glober Regular</vt:lpstr>
      <vt:lpstr>Glober xBold</vt:lpstr>
      <vt:lpstr>Lucida Grande</vt:lpstr>
      <vt:lpstr>Lucida Sans</vt:lpstr>
      <vt:lpstr>Times New Roman</vt:lpstr>
      <vt:lpstr>Verdana</vt:lpstr>
      <vt:lpstr>Wingdings</vt:lpstr>
      <vt:lpstr>Office-Design</vt:lpstr>
      <vt:lpstr>HL7 2019</vt:lpstr>
      <vt:lpstr>BFH_PPT_Vorlage_16-9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Kaiser Carole [ksc1]</dc:creator>
  <dc:description> </dc:description>
  <cp:lastModifiedBy>Michaela Ziegler</cp:lastModifiedBy>
  <cp:revision>760</cp:revision>
  <cp:lastPrinted>2021-03-24T13:06:30Z</cp:lastPrinted>
  <dcterms:created xsi:type="dcterms:W3CDTF">2019-05-29T12:15:31Z</dcterms:created>
  <dcterms:modified xsi:type="dcterms:W3CDTF">2021-04-22T07:35:30Z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fhIntranetDocumentType">
    <vt:lpwstr>241;#Vorlage|de1a6d3c-ac6a-4b34-8edd-308eb81066db</vt:lpwstr>
  </property>
  <property fmtid="{D5CDD505-2E9C-101B-9397-08002B2CF9AE}" pid="3" name="ContentTypeId">
    <vt:lpwstr>0x0101009127C3B567804923A8661E062BBD8EF500AB8983C84EF542A7976DC8547A5CDC52001BD440F45714504284DA526949208683</vt:lpwstr>
  </property>
  <property fmtid="{D5CDD505-2E9C-101B-9397-08002B2CF9AE}" pid="4" name="TaxCatchAll">
    <vt:lpwstr>241;#Vorlage|de1a6d3c-ac6a-4b34-8edd-308eb81066db</vt:lpwstr>
  </property>
</Properties>
</file>